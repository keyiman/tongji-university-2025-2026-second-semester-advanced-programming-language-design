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5"/>
  </p:notesMasterIdLst>
  <p:sldIdLst>
    <p:sldId id="386" r:id="rId2"/>
    <p:sldId id="387" r:id="rId3"/>
    <p:sldId id="388" r:id="rId4"/>
  </p:sldIdLst>
  <p:sldSz cx="12192000" cy="6858000"/>
  <p:notesSz cx="7099300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2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61F4E512-F0DE-40DA-A281-500184A3244D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44490452-1689-4497-A9A0-B842EEA687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755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ECEEB4-4E48-48EA-BDB8-4C6C4DCD4E3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75515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A2926D-F7C6-402F-8A13-2C84ABCF39C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1019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5FD13C-63E8-47D8-956D-F08CDBDC7BD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3877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9EF8F5-436B-4853-81D8-49DE67608EF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30826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09FBCD-1079-4393-8950-26AFDCABF96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32055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4F0558-DFF0-4745-93FF-1F32D1025EE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47386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80AF51-C17E-48B0-9486-917BC6EED5A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4567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8F569D-4681-4AA9-ACA2-29CDA1178A3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092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C8005D-DD4A-4FCC-8281-6D272FFA5A5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352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BD728E-1A4B-4387-A641-3037A236458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848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E1C47E-A381-4EC9-9B04-F647112B108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79263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1F0C79F7-E5FD-40F9-ACB5-8F05FC49F451}" type="slidenum">
              <a:rPr lang="en-US" altLang="zh-CN"/>
              <a:pPr/>
              <a:t>‹#›</a:t>
            </a:fld>
            <a:endParaRPr lang="en-US" altLang="zh-C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0EB8C604-7E96-4FF6-869D-BE7F939D542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4065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algn="l"/>
            <a:r>
              <a:rPr lang="en-US" altLang="zh-CN" sz="1600" b="1" dirty="0">
                <a:latin typeface="+mn-ea"/>
              </a:rPr>
              <a:t>bat</a:t>
            </a:r>
            <a:r>
              <a:rPr lang="zh-CN" altLang="en-US" sz="1600" b="1" dirty="0">
                <a:latin typeface="+mn-ea"/>
              </a:rPr>
              <a:t>文件在</a:t>
            </a:r>
            <a:r>
              <a:rPr lang="en-US" altLang="zh-CN" sz="1600" b="1" dirty="0" err="1">
                <a:latin typeface="+mn-ea"/>
              </a:rPr>
              <a:t>cmd</a:t>
            </a:r>
            <a:r>
              <a:rPr lang="zh-CN" altLang="en-US" sz="1600" b="1" dirty="0">
                <a:latin typeface="+mn-ea"/>
              </a:rPr>
              <a:t>下运行时的乱码的问题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、问题描述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按文档的视频方式自行制做了批处理文件</a:t>
            </a:r>
            <a:r>
              <a:rPr lang="en-US" altLang="zh-CN" sz="1600" b="1" dirty="0">
                <a:latin typeface="+mn-ea"/>
              </a:rPr>
              <a:t>text1.bat</a:t>
            </a:r>
            <a:r>
              <a:rPr lang="zh-CN" altLang="en-US" sz="1600" b="1" dirty="0">
                <a:latin typeface="+mn-ea"/>
              </a:rPr>
              <a:t>，用记事本打开后内容如下</a:t>
            </a:r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放入</a:t>
            </a:r>
            <a:r>
              <a:rPr lang="en-US" altLang="zh-CN" sz="1600" b="1" dirty="0" err="1">
                <a:latin typeface="+mn-ea"/>
              </a:rPr>
              <a:t>cmd</a:t>
            </a:r>
            <a:r>
              <a:rPr lang="zh-CN" altLang="en-US" sz="1600" b="1" dirty="0">
                <a:latin typeface="+mn-ea"/>
              </a:rPr>
              <a:t>下运行时，出现乱码并提示错误</a:t>
            </a:r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54B15ED9-BF5F-47A1-BBC5-6FCC89E7CA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371" y="4282912"/>
            <a:ext cx="11081657" cy="1253888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B02687CD-5D39-4D94-93CB-378918B07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71" y="1179739"/>
            <a:ext cx="6324600" cy="2571750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4D0F7349-F34C-4C59-9FE9-B186CA9762B3}"/>
              </a:ext>
            </a:extLst>
          </p:cNvPr>
          <p:cNvSpPr/>
          <p:nvPr/>
        </p:nvSpPr>
        <p:spPr bwMode="auto">
          <a:xfrm>
            <a:off x="8082643" y="4661807"/>
            <a:ext cx="1820636" cy="473529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21F31EB-D546-4A66-9BD9-D7C1772C69EB}"/>
              </a:ext>
            </a:extLst>
          </p:cNvPr>
          <p:cNvSpPr/>
          <p:nvPr/>
        </p:nvSpPr>
        <p:spPr bwMode="auto">
          <a:xfrm>
            <a:off x="631371" y="4981575"/>
            <a:ext cx="1911804" cy="307522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algn="l"/>
            <a:r>
              <a:rPr lang="en-US" altLang="zh-CN" sz="1600" b="1" dirty="0">
                <a:latin typeface="+mn-ea"/>
              </a:rPr>
              <a:t>bat</a:t>
            </a:r>
            <a:r>
              <a:rPr lang="zh-CN" altLang="en-US" sz="1600" b="1" dirty="0">
                <a:latin typeface="+mn-ea"/>
              </a:rPr>
              <a:t>文件在</a:t>
            </a:r>
            <a:r>
              <a:rPr lang="en-US" altLang="zh-CN" sz="1600" b="1" dirty="0" err="1">
                <a:latin typeface="+mn-ea"/>
              </a:rPr>
              <a:t>cmd</a:t>
            </a:r>
            <a:r>
              <a:rPr lang="zh-CN" altLang="en-US" sz="1600" b="1" dirty="0">
                <a:latin typeface="+mn-ea"/>
              </a:rPr>
              <a:t>下运行时的乱码的问题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、问题原因：</a:t>
            </a:r>
            <a:r>
              <a:rPr lang="en-US" altLang="zh-CN" sz="1600" b="1" dirty="0">
                <a:latin typeface="+mn-ea"/>
              </a:rPr>
              <a:t>bat</a:t>
            </a:r>
            <a:r>
              <a:rPr lang="zh-CN" altLang="en-US" sz="1600" b="1" dirty="0">
                <a:latin typeface="+mn-ea"/>
              </a:rPr>
              <a:t>文件的字符集默认是</a:t>
            </a:r>
            <a:r>
              <a:rPr lang="en-US" altLang="zh-CN" sz="1600" b="1" dirty="0">
                <a:latin typeface="+mn-ea"/>
              </a:rPr>
              <a:t>UTF-8</a:t>
            </a:r>
            <a:r>
              <a:rPr lang="zh-CN" altLang="en-US" sz="1600" b="1" dirty="0">
                <a:latin typeface="+mn-ea"/>
              </a:rPr>
              <a:t>，导致了识别错误</a:t>
            </a:r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06DBBAE-7C11-44B4-B840-EA27AD69C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942975"/>
            <a:ext cx="6324600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952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algn="l"/>
            <a:r>
              <a:rPr lang="en-US" altLang="zh-CN" sz="1600" b="1" dirty="0">
                <a:latin typeface="+mn-ea"/>
              </a:rPr>
              <a:t>bat</a:t>
            </a:r>
            <a:r>
              <a:rPr lang="zh-CN" altLang="en-US" sz="1600" b="1" dirty="0">
                <a:latin typeface="+mn-ea"/>
              </a:rPr>
              <a:t>文件在</a:t>
            </a:r>
            <a:r>
              <a:rPr lang="en-US" altLang="zh-CN" sz="1600" b="1" dirty="0" err="1">
                <a:latin typeface="+mn-ea"/>
              </a:rPr>
              <a:t>cmd</a:t>
            </a:r>
            <a:r>
              <a:rPr lang="zh-CN" altLang="en-US" sz="1600" b="1" dirty="0">
                <a:latin typeface="+mn-ea"/>
              </a:rPr>
              <a:t>下运行时的乱码的问题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、解决方法：用记事本方式打开</a:t>
            </a:r>
            <a:r>
              <a:rPr lang="en-US" altLang="zh-CN" sz="1600" b="1" dirty="0">
                <a:latin typeface="+mn-ea"/>
              </a:rPr>
              <a:t>bat</a:t>
            </a:r>
            <a:r>
              <a:rPr lang="zh-CN" altLang="en-US" sz="1600" b="1" dirty="0">
                <a:latin typeface="+mn-ea"/>
              </a:rPr>
              <a:t>文件，选择</a:t>
            </a:r>
            <a:r>
              <a:rPr lang="en-US" altLang="zh-CN" sz="1600" b="1" dirty="0">
                <a:latin typeface="+mn-ea"/>
              </a:rPr>
              <a:t>"</a:t>
            </a:r>
            <a:r>
              <a:rPr lang="zh-CN" altLang="en-US" sz="1600" b="1" dirty="0">
                <a:latin typeface="+mn-ea"/>
              </a:rPr>
              <a:t>文件</a:t>
            </a:r>
            <a:r>
              <a:rPr lang="en-US" altLang="zh-CN" sz="1600" b="1" dirty="0">
                <a:latin typeface="+mn-ea"/>
              </a:rPr>
              <a:t>" - "</a:t>
            </a:r>
            <a:r>
              <a:rPr lang="zh-CN" altLang="en-US" sz="1600" b="1" dirty="0">
                <a:latin typeface="+mn-ea"/>
              </a:rPr>
              <a:t>另存为</a:t>
            </a:r>
            <a:r>
              <a:rPr lang="en-US" altLang="zh-CN" sz="1600" b="1" dirty="0">
                <a:latin typeface="+mn-ea"/>
              </a:rPr>
              <a:t>" - </a:t>
            </a:r>
            <a:r>
              <a:rPr lang="zh-CN" altLang="en-US" sz="1600" b="1" dirty="0">
                <a:latin typeface="+mn-ea"/>
              </a:rPr>
              <a:t>编码中选择</a:t>
            </a:r>
            <a:r>
              <a:rPr lang="en-US" altLang="zh-CN" sz="1600" b="1" dirty="0">
                <a:latin typeface="+mn-ea"/>
              </a:rPr>
              <a:t>"ANSI"</a:t>
            </a:r>
            <a:r>
              <a:rPr lang="zh-CN" altLang="en-US" sz="1600" b="1" dirty="0">
                <a:latin typeface="+mn-ea"/>
              </a:rPr>
              <a:t>，再按保存</a:t>
            </a:r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   另存后，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确认</a:t>
            </a:r>
            <a:r>
              <a:rPr lang="zh-CN" altLang="en-US" sz="1600" b="1" dirty="0">
                <a:latin typeface="+mn-ea"/>
              </a:rPr>
              <a:t>右下角为</a:t>
            </a:r>
            <a:r>
              <a:rPr lang="en-US" altLang="zh-CN" sz="1600" b="1" dirty="0">
                <a:latin typeface="+mn-ea"/>
              </a:rPr>
              <a:t>ANSI</a:t>
            </a:r>
            <a:r>
              <a:rPr lang="zh-CN" altLang="en-US" sz="1600" b="1" dirty="0">
                <a:latin typeface="+mn-ea"/>
              </a:rPr>
              <a:t>，再次将</a:t>
            </a:r>
            <a:r>
              <a:rPr lang="en-US" altLang="zh-CN" sz="1600" b="1" dirty="0">
                <a:latin typeface="+mn-ea"/>
              </a:rPr>
              <a:t>bat</a:t>
            </a:r>
            <a:r>
              <a:rPr lang="zh-CN" altLang="en-US" sz="1600" b="1" dirty="0">
                <a:latin typeface="+mn-ea"/>
              </a:rPr>
              <a:t>文件放入</a:t>
            </a:r>
            <a:r>
              <a:rPr lang="en-US" altLang="zh-CN" sz="1600" b="1" dirty="0" err="1">
                <a:latin typeface="+mn-ea"/>
              </a:rPr>
              <a:t>cmd</a:t>
            </a:r>
            <a:r>
              <a:rPr lang="zh-CN" altLang="en-US" sz="1600" b="1" dirty="0">
                <a:latin typeface="+mn-ea"/>
              </a:rPr>
              <a:t>下运行即可</a:t>
            </a:r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091D189-27BF-4655-B835-401B2C2DA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896" y="1221740"/>
            <a:ext cx="11191875" cy="14001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EBC80B2-B3B8-433D-99ED-3E76A3558A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96" y="3681095"/>
            <a:ext cx="6324600" cy="25717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32076549"/>
      </p:ext>
    </p:extLst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</TotalTime>
  <Words>143</Words>
  <Application>Microsoft Office PowerPoint</Application>
  <PresentationFormat>宽屏</PresentationFormat>
  <Paragraphs>29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6" baseType="lpstr">
      <vt:lpstr>等线</vt:lpstr>
      <vt:lpstr>Times New Roman</vt:lpstr>
      <vt:lpstr>默认设计模板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Larry</dc:creator>
  <cp:lastModifiedBy>shenjian_tj@outlook.com</cp:lastModifiedBy>
  <cp:revision>27</cp:revision>
  <cp:lastPrinted>2022-03-18T15:15:18Z</cp:lastPrinted>
  <dcterms:created xsi:type="dcterms:W3CDTF">2020-08-13T13:39:53Z</dcterms:created>
  <dcterms:modified xsi:type="dcterms:W3CDTF">2026-04-03T05:11:53Z</dcterms:modified>
</cp:coreProperties>
</file>