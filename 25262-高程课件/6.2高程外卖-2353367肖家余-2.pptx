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notesMasterIdLst>
    <p:notesMasterId r:id="rId16"/>
  </p:notesMasterIdLst>
  <p:sldIdLst>
    <p:sldId id="276" r:id="rId3"/>
    <p:sldId id="277" r:id="rId4"/>
    <p:sldId id="278" r:id="rId5"/>
    <p:sldId id="294" r:id="rId6"/>
    <p:sldId id="295" r:id="rId7"/>
    <p:sldId id="296" r:id="rId8"/>
    <p:sldId id="297" r:id="rId9"/>
    <p:sldId id="298" r:id="rId10"/>
    <p:sldId id="286" r:id="rId11"/>
    <p:sldId id="299" r:id="rId12"/>
    <p:sldId id="300" r:id="rId13"/>
    <p:sldId id="301" r:id="rId14"/>
    <p:sldId id="275" r:id="rId15"/>
  </p:sldIdLst>
  <p:sldSz cx="9144000" cy="5143500" type="screen16x9"/>
  <p:notesSz cx="6858000" cy="9144000"/>
  <p:embeddedFontLst>
    <p:embeddedFont>
      <p:font typeface="方正粗黑宋简体" panose="02010600030101010101" charset="-122"/>
      <p:regular r:id="rId17"/>
    </p:embeddedFont>
    <p:embeddedFont>
      <p:font typeface="方正清刻本悦宋简体" panose="02010600030101010101" charset="-122"/>
      <p:regular r:id="rId18"/>
    </p:embeddedFont>
  </p:embeddedFontLst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6A3"/>
    <a:srgbClr val="FADBA5"/>
    <a:srgbClr val="F37A29"/>
    <a:srgbClr val="F3C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820" y="88"/>
      </p:cViewPr>
      <p:guideLst>
        <p:guide orient="horz" pos="165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2026/5/17</a:t>
            </a:fld>
            <a:endParaRPr lang="zh-CN" altLang="en-US" strike="noStrike" noProof="1"/>
          </a:p>
        </p:txBody>
      </p:sp>
      <p:sp>
        <p:nvSpPr>
          <p:cNvPr id="1434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4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8949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8458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B712-B001-8CE9-94C5-0BED6EE0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7C3DEE-C251-E326-4711-F9E40841E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C1D203-7F64-FEC5-3AC4-4F97E7F22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4683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0338-4872-6398-7648-A7311FC3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D24457-FEC4-BF7D-7FCF-D17CD881A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BCB402-2ED8-8E02-B30D-9E8C8C596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425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85F9-D2C2-4B58-253E-2DA6F48F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E8B354-98F4-E2AD-016C-6DCE523E6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D6ACAF-54A4-9DC2-51E7-CB11200C2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8385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379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z="33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z="1350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>
              <a:defRPr sz="3375"/>
            </a:lvl1pPr>
          </a:lstStyle>
          <a:p>
            <a:pPr fontAlgn="base"/>
            <a:r>
              <a:rPr lang="zh-CN" altLang="en-US" sz="33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3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4062"/>
            <a:ext cx="3655181" cy="618042"/>
          </a:xfr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 fontAlgn="base"/>
            <a:r>
              <a:rPr lang="zh-CN" altLang="en-US" sz="157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384"/>
            <a:ext cx="3655181" cy="2643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4062"/>
            <a:ext cx="3673182" cy="618042"/>
          </a:xfr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 fontAlgn="base"/>
            <a:r>
              <a:rPr lang="zh-CN" altLang="en-US" sz="157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384"/>
            <a:ext cx="3673182" cy="2643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z="15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2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24012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61"/>
            <a:ext cx="4629150" cy="405359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24012" cy="2859191"/>
          </a:xfr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225" indent="0">
              <a:buNone/>
              <a:defRPr sz="790"/>
            </a:lvl8pPr>
            <a:lvl9pPr marL="2058035" indent="0">
              <a:buNone/>
              <a:defRPr sz="790"/>
            </a:lvl9pPr>
          </a:lstStyle>
          <a:p>
            <a:pPr lvl="0" fontAlgn="base"/>
            <a:r>
              <a:rPr lang="zh-CN" altLang="en-US" sz="1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z="33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z="1350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>
              <a:defRPr sz="3375"/>
            </a:lvl1pPr>
          </a:lstStyle>
          <a:p>
            <a:pPr fontAlgn="base"/>
            <a:r>
              <a:rPr lang="zh-CN" altLang="en-US" sz="337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3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4062"/>
            <a:ext cx="3655181" cy="618042"/>
          </a:xfr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 fontAlgn="base"/>
            <a:r>
              <a:rPr lang="zh-CN" altLang="en-US" sz="157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384"/>
            <a:ext cx="3655181" cy="2643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4062"/>
            <a:ext cx="3673182" cy="618042"/>
          </a:xfr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 fontAlgn="base"/>
            <a:r>
              <a:rPr lang="zh-CN" altLang="en-US" sz="157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384"/>
            <a:ext cx="3673182" cy="2643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z="15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2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24012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61"/>
            <a:ext cx="4629150" cy="405359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24012" cy="2859191"/>
          </a:xfr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225" indent="0">
              <a:buNone/>
              <a:defRPr sz="790"/>
            </a:lvl8pPr>
            <a:lvl9pPr marL="2058035" indent="0">
              <a:buNone/>
              <a:defRPr sz="790"/>
            </a:lvl9pPr>
          </a:lstStyle>
          <a:p>
            <a:pPr lvl="0" fontAlgn="base"/>
            <a:r>
              <a:rPr lang="zh-CN" altLang="en-US" sz="1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214630"/>
            <a:r>
              <a:rPr lang="zh-CN" altLang="en-US"/>
              <a:t>第二级</a:t>
            </a:r>
          </a:p>
          <a:p>
            <a:pPr lvl="2" indent="-171450"/>
            <a:r>
              <a:rPr lang="zh-CN" altLang="en-US"/>
              <a:t>第三级</a:t>
            </a:r>
          </a:p>
          <a:p>
            <a:pPr lvl="3" indent="-171450"/>
            <a:r>
              <a:rPr lang="zh-CN" altLang="en-US"/>
              <a:t>第四级</a:t>
            </a:r>
          </a:p>
          <a:p>
            <a:pPr lvl="4" indent="-17145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4684713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4684713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4684713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6858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0287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3716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17145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058035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2400935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2743835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214630"/>
            <a:r>
              <a:rPr lang="zh-CN" altLang="en-US"/>
              <a:t>第二级</a:t>
            </a:r>
          </a:p>
          <a:p>
            <a:pPr lvl="2" indent="-171450"/>
            <a:r>
              <a:rPr lang="zh-CN" altLang="en-US"/>
              <a:t>第三级</a:t>
            </a:r>
          </a:p>
          <a:p>
            <a:pPr lvl="3" indent="-171450"/>
            <a:r>
              <a:rPr lang="zh-CN" altLang="en-US"/>
              <a:t>第四级</a:t>
            </a:r>
          </a:p>
          <a:p>
            <a:pPr lvl="4" indent="-17145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4684713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4684713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4684713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lvl="0" fontAlgn="base"/>
            <a:fld id="{9A0DB2DC-4C9A-4742-B13C-FB6460FD3503}" type="slidenum">
              <a:rPr lang="zh-CN" altLang="en-US" sz="105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6858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0287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3716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17145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058035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2400935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2743835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.png"/><Relationship Id="rId2" Type="http://schemas.openxmlformats.org/officeDocument/2006/relationships/tags" Target="../tags/tag3.xml"/><Relationship Id="rId16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png"/><Relationship Id="rId5" Type="http://schemas.openxmlformats.org/officeDocument/2006/relationships/tags" Target="../tags/tag6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3.png"/><Relationship Id="rId2" Type="http://schemas.openxmlformats.org/officeDocument/2006/relationships/tags" Target="../tags/tag31.xml"/><Relationship Id="rId16" Type="http://schemas.openxmlformats.org/officeDocument/2006/relationships/image" Target="../media/image7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2.png"/><Relationship Id="rId5" Type="http://schemas.openxmlformats.org/officeDocument/2006/relationships/tags" Target="../tags/tag34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tags" Target="../tags/tag33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899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组合 520"/>
          <p:cNvGrpSpPr/>
          <p:nvPr>
            <p:custDataLst>
              <p:tags r:id="rId1"/>
            </p:custDataLst>
          </p:nvPr>
        </p:nvGrpSpPr>
        <p:grpSpPr>
          <a:xfrm>
            <a:off x="-7620" y="-6350"/>
            <a:ext cx="4295775" cy="3853180"/>
            <a:chOff x="1632138" y="0"/>
            <a:chExt cx="5879089" cy="5143500"/>
          </a:xfrm>
        </p:grpSpPr>
        <p:sp>
          <p:nvSpPr>
            <p:cNvPr id="3" name="PA-任意多边形 15"/>
            <p:cNvSpPr/>
            <p:nvPr>
              <p:custDataLst>
                <p:tags r:id="rId2"/>
              </p:custDataLst>
            </p:nvPr>
          </p:nvSpPr>
          <p:spPr>
            <a:xfrm>
              <a:off x="2983262" y="0"/>
              <a:ext cx="1773408" cy="610606"/>
            </a:xfrm>
            <a:custGeom>
              <a:avLst/>
              <a:gdLst>
                <a:gd name="connsiteX0" fmla="*/ 0 w 1931125"/>
                <a:gd name="connsiteY0" fmla="*/ 0 h 664910"/>
                <a:gd name="connsiteX1" fmla="*/ 1931125 w 1931125"/>
                <a:gd name="connsiteY1" fmla="*/ 195 h 664910"/>
                <a:gd name="connsiteX2" fmla="*/ 1921816 w 1931125"/>
                <a:gd name="connsiteY2" fmla="*/ 62267 h 664910"/>
                <a:gd name="connsiteX3" fmla="*/ 1784987 w 1931125"/>
                <a:gd name="connsiteY3" fmla="*/ 347745 h 664910"/>
                <a:gd name="connsiteX4" fmla="*/ 1784987 w 1931125"/>
                <a:gd name="connsiteY4" fmla="*/ 347746 h 664910"/>
                <a:gd name="connsiteX5" fmla="*/ 668322 w 1931125"/>
                <a:gd name="connsiteY5" fmla="*/ 504065 h 66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31125" h="664910">
                  <a:moveTo>
                    <a:pt x="0" y="0"/>
                  </a:moveTo>
                  <a:lnTo>
                    <a:pt x="1931125" y="195"/>
                  </a:lnTo>
                  <a:lnTo>
                    <a:pt x="1921816" y="62267"/>
                  </a:lnTo>
                  <a:cubicBezTo>
                    <a:pt x="1896597" y="162711"/>
                    <a:pt x="1851266" y="259866"/>
                    <a:pt x="1784987" y="347745"/>
                  </a:cubicBezTo>
                  <a:lnTo>
                    <a:pt x="1784987" y="347746"/>
                  </a:lnTo>
                  <a:cubicBezTo>
                    <a:pt x="1519862" y="699259"/>
                    <a:pt x="1019913" y="769246"/>
                    <a:pt x="668322" y="504065"/>
                  </a:cubicBezTo>
                  <a:close/>
                </a:path>
              </a:pathLst>
            </a:custGeom>
            <a:blipFill dpi="0" rotWithShape="0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PA-任意多边形 20"/>
            <p:cNvSpPr/>
            <p:nvPr>
              <p:custDataLst>
                <p:tags r:id="rId3"/>
              </p:custDataLst>
            </p:nvPr>
          </p:nvSpPr>
          <p:spPr>
            <a:xfrm>
              <a:off x="1632138" y="224"/>
              <a:ext cx="3124276" cy="2583612"/>
            </a:xfrm>
            <a:custGeom>
              <a:avLst/>
              <a:gdLst>
                <a:gd name="connsiteX0" fmla="*/ 1256412 w 3402132"/>
                <a:gd name="connsiteY0" fmla="*/ 0 h 2813384"/>
                <a:gd name="connsiteX1" fmla="*/ 3084838 w 3402132"/>
                <a:gd name="connsiteY1" fmla="*/ 1379056 h 2813384"/>
                <a:gd name="connsiteX2" fmla="*/ 3241264 w 3402132"/>
                <a:gd name="connsiteY2" fmla="*/ 2496017 h 2813384"/>
                <a:gd name="connsiteX3" fmla="*/ 3241265 w 3402132"/>
                <a:gd name="connsiteY3" fmla="*/ 2496014 h 2813384"/>
                <a:gd name="connsiteX4" fmla="*/ 2124319 w 3402132"/>
                <a:gd name="connsiteY4" fmla="*/ 2652560 h 2813384"/>
                <a:gd name="connsiteX5" fmla="*/ 1498 w 3402132"/>
                <a:gd name="connsiteY5" fmla="*/ 1051460 h 2813384"/>
                <a:gd name="connsiteX6" fmla="*/ 0 w 3402132"/>
                <a:gd name="connsiteY6" fmla="*/ 1050095 h 2813384"/>
                <a:gd name="connsiteX7" fmla="*/ 53 w 3402132"/>
                <a:gd name="connsiteY7" fmla="*/ 63 h 28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2132" h="2813384">
                  <a:moveTo>
                    <a:pt x="1256412" y="0"/>
                  </a:moveTo>
                  <a:lnTo>
                    <a:pt x="3084838" y="1379056"/>
                  </a:lnTo>
                  <a:cubicBezTo>
                    <a:pt x="3436470" y="1644268"/>
                    <a:pt x="3506507" y="2144349"/>
                    <a:pt x="3241264" y="2496017"/>
                  </a:cubicBezTo>
                  <a:lnTo>
                    <a:pt x="3241265" y="2496014"/>
                  </a:lnTo>
                  <a:cubicBezTo>
                    <a:pt x="2976027" y="2847688"/>
                    <a:pt x="2475947" y="2917773"/>
                    <a:pt x="2124319" y="2652560"/>
                  </a:cubicBezTo>
                  <a:lnTo>
                    <a:pt x="1498" y="1051460"/>
                  </a:lnTo>
                  <a:lnTo>
                    <a:pt x="0" y="1050095"/>
                  </a:lnTo>
                  <a:lnTo>
                    <a:pt x="53" y="63"/>
                  </a:lnTo>
                  <a:close/>
                </a:path>
              </a:pathLst>
            </a:custGeom>
            <a:blipFill dpi="0" rotWithShape="0"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PA-任意多边形 21"/>
            <p:cNvSpPr/>
            <p:nvPr>
              <p:custDataLst>
                <p:tags r:id="rId4"/>
              </p:custDataLst>
            </p:nvPr>
          </p:nvSpPr>
          <p:spPr>
            <a:xfrm>
              <a:off x="1655549" y="1133366"/>
              <a:ext cx="1053168" cy="1891364"/>
            </a:xfrm>
            <a:custGeom>
              <a:avLst/>
              <a:gdLst>
                <a:gd name="connsiteX0" fmla="*/ 0 w 1146831"/>
                <a:gd name="connsiteY0" fmla="*/ 0 h 2059572"/>
                <a:gd name="connsiteX1" fmla="*/ 829513 w 1146831"/>
                <a:gd name="connsiteY1" fmla="*/ 625645 h 2059572"/>
                <a:gd name="connsiteX2" fmla="*/ 986051 w 1146831"/>
                <a:gd name="connsiteY2" fmla="*/ 1742359 h 2059572"/>
                <a:gd name="connsiteX3" fmla="*/ 986050 w 1146831"/>
                <a:gd name="connsiteY3" fmla="*/ 1742360 h 2059572"/>
                <a:gd name="connsiteX4" fmla="*/ 7368 w 1146831"/>
                <a:gd name="connsiteY4" fmla="*/ 1982567 h 2059572"/>
                <a:gd name="connsiteX5" fmla="*/ 144 w 1146831"/>
                <a:gd name="connsiteY5" fmla="*/ 1978181 h 205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6831" h="2059572">
                  <a:moveTo>
                    <a:pt x="0" y="0"/>
                  </a:moveTo>
                  <a:lnTo>
                    <a:pt x="829513" y="625645"/>
                  </a:lnTo>
                  <a:cubicBezTo>
                    <a:pt x="1181119" y="890837"/>
                    <a:pt x="1251203" y="1390807"/>
                    <a:pt x="986051" y="1742359"/>
                  </a:cubicBezTo>
                  <a:lnTo>
                    <a:pt x="986050" y="1742360"/>
                  </a:lnTo>
                  <a:cubicBezTo>
                    <a:pt x="754041" y="2049971"/>
                    <a:pt x="342243" y="2142019"/>
                    <a:pt x="7368" y="1982567"/>
                  </a:cubicBezTo>
                  <a:lnTo>
                    <a:pt x="144" y="1978181"/>
                  </a:lnTo>
                  <a:close/>
                </a:path>
              </a:pathLst>
            </a:custGeom>
            <a:blipFill dpi="0" rotWithShape="0"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PA-圆角矩形 10"/>
            <p:cNvSpPr/>
            <p:nvPr>
              <p:custDataLst>
                <p:tags r:id="rId5"/>
              </p:custDataLst>
            </p:nvPr>
          </p:nvSpPr>
          <p:spPr>
            <a:xfrm>
              <a:off x="4522043" y="126408"/>
              <a:ext cx="2989184" cy="2614570"/>
            </a:xfrm>
            <a:custGeom>
              <a:avLst/>
              <a:gdLst>
                <a:gd name="connsiteX0" fmla="*/ 839832 w 3255026"/>
                <a:gd name="connsiteY0" fmla="*/ 1083 h 2847096"/>
                <a:gd name="connsiteX1" fmla="*/ 1277862 w 3255026"/>
                <a:gd name="connsiteY1" fmla="*/ 160853 h 2847096"/>
                <a:gd name="connsiteX2" fmla="*/ 2937680 w 3255026"/>
                <a:gd name="connsiteY2" fmla="*/ 1412740 h 2847096"/>
                <a:gd name="connsiteX3" fmla="*/ 3094173 w 3255026"/>
                <a:gd name="connsiteY3" fmla="*/ 2529751 h 2847096"/>
                <a:gd name="connsiteX4" fmla="*/ 1977160 w 3255026"/>
                <a:gd name="connsiteY4" fmla="*/ 2686243 h 2847096"/>
                <a:gd name="connsiteX5" fmla="*/ 317348 w 3255026"/>
                <a:gd name="connsiteY5" fmla="*/ 1434359 h 2847096"/>
                <a:gd name="connsiteX6" fmla="*/ 160854 w 3255026"/>
                <a:gd name="connsiteY6" fmla="*/ 317350 h 2847096"/>
                <a:gd name="connsiteX7" fmla="*/ 839832 w 3255026"/>
                <a:gd name="connsiteY7" fmla="*/ 1083 h 2847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6" h="2847096">
                  <a:moveTo>
                    <a:pt x="839832" y="1083"/>
                  </a:moveTo>
                  <a:cubicBezTo>
                    <a:pt x="993242" y="9077"/>
                    <a:pt x="1145989" y="61392"/>
                    <a:pt x="1277862" y="160853"/>
                  </a:cubicBezTo>
                  <a:lnTo>
                    <a:pt x="2937680" y="1412740"/>
                  </a:lnTo>
                  <a:cubicBezTo>
                    <a:pt x="3289349" y="1677978"/>
                    <a:pt x="3359412" y="2178082"/>
                    <a:pt x="3094173" y="2529751"/>
                  </a:cubicBezTo>
                  <a:cubicBezTo>
                    <a:pt x="2828930" y="2881419"/>
                    <a:pt x="2328827" y="2951484"/>
                    <a:pt x="1977160" y="2686243"/>
                  </a:cubicBezTo>
                  <a:lnTo>
                    <a:pt x="317348" y="1434359"/>
                  </a:lnTo>
                  <a:cubicBezTo>
                    <a:pt x="-34321" y="1169119"/>
                    <a:pt x="-104386" y="669016"/>
                    <a:pt x="160854" y="317350"/>
                  </a:cubicBezTo>
                  <a:cubicBezTo>
                    <a:pt x="326628" y="97556"/>
                    <a:pt x="584145" y="-12234"/>
                    <a:pt x="839832" y="1083"/>
                  </a:cubicBezTo>
                  <a:close/>
                </a:path>
              </a:pathLst>
            </a:custGeom>
            <a:blipFill dpi="0" rotWithShape="0"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PA-圆角矩形 11"/>
            <p:cNvSpPr/>
            <p:nvPr>
              <p:custDataLst>
                <p:tags r:id="rId6"/>
              </p:custDataLst>
            </p:nvPr>
          </p:nvSpPr>
          <p:spPr>
            <a:xfrm>
              <a:off x="4470723" y="2047267"/>
              <a:ext cx="2989183" cy="2614569"/>
            </a:xfrm>
            <a:custGeom>
              <a:avLst/>
              <a:gdLst>
                <a:gd name="connsiteX0" fmla="*/ 839829 w 3255025"/>
                <a:gd name="connsiteY0" fmla="*/ 1083 h 2847095"/>
                <a:gd name="connsiteX1" fmla="*/ 1277864 w 3255025"/>
                <a:gd name="connsiteY1" fmla="*/ 160851 h 2847095"/>
                <a:gd name="connsiteX2" fmla="*/ 2937677 w 3255025"/>
                <a:gd name="connsiteY2" fmla="*/ 1412739 h 2847095"/>
                <a:gd name="connsiteX3" fmla="*/ 3094172 w 3255025"/>
                <a:gd name="connsiteY3" fmla="*/ 2529750 h 2847095"/>
                <a:gd name="connsiteX4" fmla="*/ 1977162 w 3255025"/>
                <a:gd name="connsiteY4" fmla="*/ 2686244 h 2847095"/>
                <a:gd name="connsiteX5" fmla="*/ 317347 w 3255025"/>
                <a:gd name="connsiteY5" fmla="*/ 1434357 h 2847095"/>
                <a:gd name="connsiteX6" fmla="*/ 160856 w 3255025"/>
                <a:gd name="connsiteY6" fmla="*/ 317346 h 2847095"/>
                <a:gd name="connsiteX7" fmla="*/ 839829 w 3255025"/>
                <a:gd name="connsiteY7" fmla="*/ 1083 h 2847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5" h="2847095">
                  <a:moveTo>
                    <a:pt x="839829" y="1083"/>
                  </a:moveTo>
                  <a:cubicBezTo>
                    <a:pt x="993239" y="9075"/>
                    <a:pt x="1145987" y="61390"/>
                    <a:pt x="1277864" y="160851"/>
                  </a:cubicBezTo>
                  <a:lnTo>
                    <a:pt x="2937677" y="1412739"/>
                  </a:lnTo>
                  <a:cubicBezTo>
                    <a:pt x="3289346" y="1677979"/>
                    <a:pt x="3359413" y="2178080"/>
                    <a:pt x="3094172" y="2529750"/>
                  </a:cubicBezTo>
                  <a:cubicBezTo>
                    <a:pt x="2828932" y="2881415"/>
                    <a:pt x="2328829" y="2951482"/>
                    <a:pt x="1977162" y="2686244"/>
                  </a:cubicBezTo>
                  <a:lnTo>
                    <a:pt x="317347" y="1434357"/>
                  </a:lnTo>
                  <a:cubicBezTo>
                    <a:pt x="-34323" y="1169116"/>
                    <a:pt x="-104387" y="669016"/>
                    <a:pt x="160856" y="317346"/>
                  </a:cubicBezTo>
                  <a:cubicBezTo>
                    <a:pt x="326628" y="97554"/>
                    <a:pt x="584149" y="-12235"/>
                    <a:pt x="839829" y="1083"/>
                  </a:cubicBezTo>
                  <a:close/>
                </a:path>
              </a:pathLst>
            </a:custGeom>
            <a:blipFill dpi="0" rotWithShape="0">
              <a:blip r:embed="rId1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PA-圆角矩形 12"/>
            <p:cNvSpPr/>
            <p:nvPr>
              <p:custDataLst>
                <p:tags r:id="rId7"/>
              </p:custDataLst>
            </p:nvPr>
          </p:nvSpPr>
          <p:spPr>
            <a:xfrm>
              <a:off x="2505545" y="2528928"/>
              <a:ext cx="2989182" cy="2614572"/>
            </a:xfrm>
            <a:custGeom>
              <a:avLst/>
              <a:gdLst>
                <a:gd name="connsiteX0" fmla="*/ 839829 w 3255024"/>
                <a:gd name="connsiteY0" fmla="*/ 1083 h 2847098"/>
                <a:gd name="connsiteX1" fmla="*/ 1277864 w 3255024"/>
                <a:gd name="connsiteY1" fmla="*/ 160855 h 2847098"/>
                <a:gd name="connsiteX2" fmla="*/ 2937676 w 3255024"/>
                <a:gd name="connsiteY2" fmla="*/ 1412742 h 2847098"/>
                <a:gd name="connsiteX3" fmla="*/ 3094172 w 3255024"/>
                <a:gd name="connsiteY3" fmla="*/ 2529753 h 2847098"/>
                <a:gd name="connsiteX4" fmla="*/ 1977159 w 3255024"/>
                <a:gd name="connsiteY4" fmla="*/ 2686245 h 2847098"/>
                <a:gd name="connsiteX5" fmla="*/ 317346 w 3255024"/>
                <a:gd name="connsiteY5" fmla="*/ 1434359 h 2847098"/>
                <a:gd name="connsiteX6" fmla="*/ 160853 w 3255024"/>
                <a:gd name="connsiteY6" fmla="*/ 317351 h 2847098"/>
                <a:gd name="connsiteX7" fmla="*/ 839829 w 3255024"/>
                <a:gd name="connsiteY7" fmla="*/ 1083 h 284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4" h="2847098">
                  <a:moveTo>
                    <a:pt x="839829" y="1083"/>
                  </a:moveTo>
                  <a:cubicBezTo>
                    <a:pt x="993239" y="9079"/>
                    <a:pt x="1145990" y="61392"/>
                    <a:pt x="1277864" y="160855"/>
                  </a:cubicBezTo>
                  <a:lnTo>
                    <a:pt x="2937676" y="1412742"/>
                  </a:lnTo>
                  <a:cubicBezTo>
                    <a:pt x="3289346" y="1677981"/>
                    <a:pt x="3359412" y="2178085"/>
                    <a:pt x="3094172" y="2529753"/>
                  </a:cubicBezTo>
                  <a:cubicBezTo>
                    <a:pt x="2828930" y="2881422"/>
                    <a:pt x="2328827" y="2951484"/>
                    <a:pt x="1977159" y="2686245"/>
                  </a:cubicBezTo>
                  <a:lnTo>
                    <a:pt x="317346" y="1434359"/>
                  </a:lnTo>
                  <a:cubicBezTo>
                    <a:pt x="-34321" y="1169121"/>
                    <a:pt x="-104386" y="669018"/>
                    <a:pt x="160853" y="317351"/>
                  </a:cubicBezTo>
                  <a:cubicBezTo>
                    <a:pt x="326627" y="97557"/>
                    <a:pt x="584146" y="-12235"/>
                    <a:pt x="839829" y="1083"/>
                  </a:cubicBezTo>
                  <a:close/>
                </a:path>
              </a:pathLst>
            </a:custGeom>
            <a:blipFill dpi="0" rotWithShape="0">
              <a:blip r:embed="rId1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" name="流程图: 终止 8"/>
          <p:cNvSpPr/>
          <p:nvPr/>
        </p:nvSpPr>
        <p:spPr>
          <a:xfrm rot="2220000">
            <a:off x="-685165" y="2820988"/>
            <a:ext cx="2159000" cy="576263"/>
          </a:xfrm>
          <a:prstGeom prst="flowChartTerminator">
            <a:avLst/>
          </a:prstGeom>
          <a:solidFill>
            <a:srgbClr val="FFE0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5364" name="文本框 12"/>
          <p:cNvSpPr txBox="1"/>
          <p:nvPr/>
        </p:nvSpPr>
        <p:spPr>
          <a:xfrm>
            <a:off x="4479925" y="1816100"/>
            <a:ext cx="4367213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 dirty="0">
                <a:latin typeface="方正清刻本悦宋简体" panose="02000000000000000000" charset="-122"/>
                <a:ea typeface="方正清刻本悦宋简体" panose="02000000000000000000" charset="-122"/>
              </a:rPr>
              <a:t>高程外卖</a:t>
            </a:r>
            <a:r>
              <a:rPr lang="en-US" altLang="zh-CN" sz="3200" b="1" dirty="0">
                <a:latin typeface="方正清刻本悦宋简体" panose="02000000000000000000" charset="-122"/>
                <a:ea typeface="方正清刻本悦宋简体" panose="02000000000000000000" charset="-122"/>
              </a:rPr>
              <a:t>  Lesson4</a:t>
            </a:r>
            <a:endParaRPr lang="zh-CN" sz="3200" b="1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5365" name="文本框 40"/>
          <p:cNvSpPr txBox="1"/>
          <p:nvPr/>
        </p:nvSpPr>
        <p:spPr>
          <a:xfrm>
            <a:off x="4548188" y="2636838"/>
            <a:ext cx="4079875" cy="116955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PPT </a:t>
            </a:r>
            <a:r>
              <a:rPr lang="zh-CN" altLang="en-US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为随意挑选的同济模板，请专注于内容。</a:t>
            </a:r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  <a:p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  <a:p>
            <a:r>
              <a:rPr lang="en-US" altLang="zh-CN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2353367</a:t>
            </a:r>
            <a:r>
              <a:rPr lang="zh-CN" altLang="en-US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肖家余</a:t>
            </a:r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  <a:p>
            <a:endParaRPr lang="en-US" altLang="zh-CN" sz="1400" dirty="0">
              <a:solidFill>
                <a:schemeClr val="bg2">
                  <a:lumMod val="40000"/>
                  <a:lumOff val="60000"/>
                </a:schemeClr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  <a:p>
            <a:r>
              <a:rPr lang="en-US" altLang="zh-CN" sz="1400" dirty="0">
                <a:solidFill>
                  <a:schemeClr val="bg2">
                    <a:lumMod val="40000"/>
                    <a:lumOff val="60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5Lq65Lq66YO95Y+v5Lul5a2m5Lya6auY56iL55qE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715125" y="2466975"/>
            <a:ext cx="1912938" cy="6350"/>
          </a:xfrm>
          <a:prstGeom prst="line">
            <a:avLst/>
          </a:prstGeom>
          <a:ln w="38100" cmpd="sng">
            <a:solidFill>
              <a:srgbClr val="F3C5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图: 终止 9"/>
          <p:cNvSpPr/>
          <p:nvPr/>
        </p:nvSpPr>
        <p:spPr>
          <a:xfrm rot="2220000">
            <a:off x="2571750" y="-12700"/>
            <a:ext cx="1982788" cy="41592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3" name="流程图: 终止 12"/>
          <p:cNvSpPr/>
          <p:nvPr/>
        </p:nvSpPr>
        <p:spPr>
          <a:xfrm rot="2100000">
            <a:off x="5216525" y="4511675"/>
            <a:ext cx="2581275" cy="977900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pic>
        <p:nvPicPr>
          <p:cNvPr id="2" name="图片 1" descr="2024-09-30 12:24:41.48400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1"/>
            </p:custDataLst>
          </p:nvPr>
        </p:nvSpPr>
        <p:spPr>
          <a:xfrm>
            <a:off x="-3175" y="-635"/>
            <a:ext cx="3870325" cy="5144135"/>
          </a:xfrm>
          <a:custGeom>
            <a:avLst/>
            <a:gdLst>
              <a:gd name="connsiteX0" fmla="*/ 3206967 w 5638801"/>
              <a:gd name="connsiteY0" fmla="*/ 6763322 h 6858000"/>
              <a:gd name="connsiteX1" fmla="*/ 3200267 w 5638801"/>
              <a:gd name="connsiteY1" fmla="*/ 6772669 h 6858000"/>
              <a:gd name="connsiteX2" fmla="*/ 3213668 w 5638801"/>
              <a:gd name="connsiteY2" fmla="*/ 6784686 h 6858000"/>
              <a:gd name="connsiteX3" fmla="*/ 3220367 w 5638801"/>
              <a:gd name="connsiteY3" fmla="*/ 6772669 h 6858000"/>
              <a:gd name="connsiteX4" fmla="*/ 3206967 w 5638801"/>
              <a:gd name="connsiteY4" fmla="*/ 6763322 h 6858000"/>
              <a:gd name="connsiteX5" fmla="*/ 2976658 w 5638801"/>
              <a:gd name="connsiteY5" fmla="*/ 6593753 h 6858000"/>
              <a:gd name="connsiteX6" fmla="*/ 2996759 w 5638801"/>
              <a:gd name="connsiteY6" fmla="*/ 6593753 h 6858000"/>
              <a:gd name="connsiteX7" fmla="*/ 2995997 w 5638801"/>
              <a:gd name="connsiteY7" fmla="*/ 6595823 h 6858000"/>
              <a:gd name="connsiteX8" fmla="*/ 4093866 w 5638801"/>
              <a:gd name="connsiteY8" fmla="*/ 5828686 h 6858000"/>
              <a:gd name="connsiteX9" fmla="*/ 4067904 w 5638801"/>
              <a:gd name="connsiteY9" fmla="*/ 5838032 h 6858000"/>
              <a:gd name="connsiteX10" fmla="*/ 4075441 w 5638801"/>
              <a:gd name="connsiteY10" fmla="*/ 5858061 h 6858000"/>
              <a:gd name="connsiteX11" fmla="*/ 4103916 w 5638801"/>
              <a:gd name="connsiteY11" fmla="*/ 5852720 h 6858000"/>
              <a:gd name="connsiteX12" fmla="*/ 4093866 w 5638801"/>
              <a:gd name="connsiteY12" fmla="*/ 5828686 h 6858000"/>
              <a:gd name="connsiteX13" fmla="*/ 4883922 w 5638801"/>
              <a:gd name="connsiteY13" fmla="*/ 5793922 h 6858000"/>
              <a:gd name="connsiteX14" fmla="*/ 4883616 w 5638801"/>
              <a:gd name="connsiteY14" fmla="*/ 5797977 h 6858000"/>
              <a:gd name="connsiteX15" fmla="*/ 4884638 w 5638801"/>
              <a:gd name="connsiteY15" fmla="*/ 5810944 h 6858000"/>
              <a:gd name="connsiteX16" fmla="*/ 4881941 w 5638801"/>
              <a:gd name="connsiteY16" fmla="*/ 5812664 h 6858000"/>
              <a:gd name="connsiteX17" fmla="*/ 4872624 w 5638801"/>
              <a:gd name="connsiteY17" fmla="*/ 5805320 h 6858000"/>
              <a:gd name="connsiteX18" fmla="*/ 4872697 w 5638801"/>
              <a:gd name="connsiteY18" fmla="*/ 5800168 h 6858000"/>
              <a:gd name="connsiteX19" fmla="*/ 4883616 w 5638801"/>
              <a:gd name="connsiteY19" fmla="*/ 5793971 h 6858000"/>
              <a:gd name="connsiteX20" fmla="*/ 4080584 w 5638801"/>
              <a:gd name="connsiteY20" fmla="*/ 5664919 h 6858000"/>
              <a:gd name="connsiteX21" fmla="*/ 4046967 w 5638801"/>
              <a:gd name="connsiteY21" fmla="*/ 5741898 h 6858000"/>
              <a:gd name="connsiteX22" fmla="*/ 4052829 w 5638801"/>
              <a:gd name="connsiteY22" fmla="*/ 5763262 h 6858000"/>
              <a:gd name="connsiteX23" fmla="*/ 4093028 w 5638801"/>
              <a:gd name="connsiteY23" fmla="*/ 5732553 h 6858000"/>
              <a:gd name="connsiteX24" fmla="*/ 4118991 w 5638801"/>
              <a:gd name="connsiteY24" fmla="*/ 5720536 h 6858000"/>
              <a:gd name="connsiteX25" fmla="*/ 4139928 w 5638801"/>
              <a:gd name="connsiteY25" fmla="*/ 5677809 h 6858000"/>
              <a:gd name="connsiteX26" fmla="*/ 4119828 w 5638801"/>
              <a:gd name="connsiteY26" fmla="*/ 5667128 h 6858000"/>
              <a:gd name="connsiteX27" fmla="*/ 4093866 w 5638801"/>
              <a:gd name="connsiteY27" fmla="*/ 5667128 h 6858000"/>
              <a:gd name="connsiteX28" fmla="*/ 4080584 w 5638801"/>
              <a:gd name="connsiteY28" fmla="*/ 5664919 h 6858000"/>
              <a:gd name="connsiteX29" fmla="*/ 4228702 w 5638801"/>
              <a:gd name="connsiteY29" fmla="*/ 5554972 h 6858000"/>
              <a:gd name="connsiteX30" fmla="*/ 4206927 w 5638801"/>
              <a:gd name="connsiteY30" fmla="*/ 5604374 h 6858000"/>
              <a:gd name="connsiteX31" fmla="*/ 4221164 w 5638801"/>
              <a:gd name="connsiteY31" fmla="*/ 5635083 h 6858000"/>
              <a:gd name="connsiteX32" fmla="*/ 4244614 w 5638801"/>
              <a:gd name="connsiteY32" fmla="*/ 5601704 h 6858000"/>
              <a:gd name="connsiteX33" fmla="*/ 4228702 w 5638801"/>
              <a:gd name="connsiteY33" fmla="*/ 5554972 h 6858000"/>
              <a:gd name="connsiteX34" fmla="*/ 5149099 w 5638801"/>
              <a:gd name="connsiteY34" fmla="*/ 5476194 h 6858000"/>
              <a:gd name="connsiteX35" fmla="*/ 5113087 w 5638801"/>
              <a:gd name="connsiteY35" fmla="*/ 5486876 h 6858000"/>
              <a:gd name="connsiteX36" fmla="*/ 5119788 w 5638801"/>
              <a:gd name="connsiteY36" fmla="*/ 5516251 h 6858000"/>
              <a:gd name="connsiteX37" fmla="*/ 5167524 w 5638801"/>
              <a:gd name="connsiteY37" fmla="*/ 5496223 h 6858000"/>
              <a:gd name="connsiteX38" fmla="*/ 5149099 w 5638801"/>
              <a:gd name="connsiteY38" fmla="*/ 5476194 h 6858000"/>
              <a:gd name="connsiteX39" fmla="*/ 0 w 5638801"/>
              <a:gd name="connsiteY39" fmla="*/ 0 h 6858000"/>
              <a:gd name="connsiteX40" fmla="*/ 5014143 w 5638801"/>
              <a:gd name="connsiteY40" fmla="*/ 0 h 6858000"/>
              <a:gd name="connsiteX41" fmla="*/ 4982006 w 5638801"/>
              <a:gd name="connsiteY41" fmla="*/ 110336 h 6858000"/>
              <a:gd name="connsiteX42" fmla="*/ 4911693 w 5638801"/>
              <a:gd name="connsiteY42" fmla="*/ 3297160 h 6858000"/>
              <a:gd name="connsiteX43" fmla="*/ 5350084 w 5638801"/>
              <a:gd name="connsiteY43" fmla="*/ 5320503 h 6858000"/>
              <a:gd name="connsiteX44" fmla="*/ 5307816 w 5638801"/>
              <a:gd name="connsiteY44" fmla="*/ 5410770 h 6858000"/>
              <a:gd name="connsiteX45" fmla="*/ 5282260 w 5638801"/>
              <a:gd name="connsiteY45" fmla="*/ 5410770 h 6858000"/>
              <a:gd name="connsiteX46" fmla="*/ 5272211 w 5638801"/>
              <a:gd name="connsiteY46" fmla="*/ 5446820 h 6858000"/>
              <a:gd name="connsiteX47" fmla="*/ 5280062 w 5638801"/>
              <a:gd name="connsiteY47" fmla="*/ 5464345 h 6858000"/>
              <a:gd name="connsiteX48" fmla="*/ 5282094 w 5638801"/>
              <a:gd name="connsiteY48" fmla="*/ 5465704 h 6858000"/>
              <a:gd name="connsiteX49" fmla="*/ 5273626 w 5638801"/>
              <a:gd name="connsiteY49" fmla="*/ 5483788 h 6858000"/>
              <a:gd name="connsiteX50" fmla="*/ 5236280 w 5638801"/>
              <a:gd name="connsiteY50" fmla="*/ 5487216 h 6858000"/>
              <a:gd name="connsiteX51" fmla="*/ 5175892 w 5638801"/>
              <a:gd name="connsiteY51" fmla="*/ 5509575 h 6858000"/>
              <a:gd name="connsiteX52" fmla="*/ 5063669 w 5638801"/>
              <a:gd name="connsiteY52" fmla="*/ 5544290 h 6858000"/>
              <a:gd name="connsiteX53" fmla="*/ 5026820 w 5638801"/>
              <a:gd name="connsiteY53" fmla="*/ 5544290 h 6858000"/>
              <a:gd name="connsiteX54" fmla="*/ 4973221 w 5638801"/>
              <a:gd name="connsiteY54" fmla="*/ 5521591 h 6858000"/>
              <a:gd name="connsiteX55" fmla="*/ 4905385 w 5638801"/>
              <a:gd name="connsiteY55" fmla="*/ 5537614 h 6858000"/>
              <a:gd name="connsiteX56" fmla="*/ 4821635 w 5638801"/>
              <a:gd name="connsiteY56" fmla="*/ 5521591 h 6858000"/>
              <a:gd name="connsiteX57" fmla="*/ 4737887 w 5638801"/>
              <a:gd name="connsiteY57" fmla="*/ 5521591 h 6858000"/>
              <a:gd name="connsiteX58" fmla="*/ 4654139 w 5638801"/>
              <a:gd name="connsiteY58" fmla="*/ 5554972 h 6858000"/>
              <a:gd name="connsiteX59" fmla="*/ 4643257 w 5638801"/>
              <a:gd name="connsiteY59" fmla="*/ 5579005 h 6858000"/>
              <a:gd name="connsiteX60" fmla="*/ 4649120 w 5638801"/>
              <a:gd name="connsiteY60" fmla="*/ 5643095 h 6858000"/>
              <a:gd name="connsiteX61" fmla="*/ 4618970 w 5638801"/>
              <a:gd name="connsiteY61" fmla="*/ 5620396 h 6858000"/>
              <a:gd name="connsiteX62" fmla="*/ 4554483 w 5638801"/>
              <a:gd name="connsiteY62" fmla="*/ 5637754 h 6858000"/>
              <a:gd name="connsiteX63" fmla="*/ 4517635 w 5638801"/>
              <a:gd name="connsiteY63" fmla="*/ 5648436 h 6858000"/>
              <a:gd name="connsiteX64" fmla="*/ 4459010 w 5638801"/>
              <a:gd name="connsiteY64" fmla="*/ 5632413 h 6858000"/>
              <a:gd name="connsiteX65" fmla="*/ 4409599 w 5638801"/>
              <a:gd name="connsiteY65" fmla="*/ 5673804 h 6858000"/>
              <a:gd name="connsiteX66" fmla="*/ 4397037 w 5638801"/>
              <a:gd name="connsiteY66" fmla="*/ 5673804 h 6858000"/>
              <a:gd name="connsiteX67" fmla="*/ 4402899 w 5638801"/>
              <a:gd name="connsiteY67" fmla="*/ 5632413 h 6858000"/>
              <a:gd name="connsiteX68" fmla="*/ 4472410 w 5638801"/>
              <a:gd name="connsiteY68" fmla="*/ 5592357 h 6858000"/>
              <a:gd name="connsiteX69" fmla="*/ 4586308 w 5638801"/>
              <a:gd name="connsiteY69" fmla="*/ 5528267 h 6858000"/>
              <a:gd name="connsiteX70" fmla="*/ 4592171 w 5638801"/>
              <a:gd name="connsiteY70" fmla="*/ 5506905 h 6858000"/>
              <a:gd name="connsiteX71" fmla="*/ 4585471 w 5638801"/>
              <a:gd name="connsiteY71" fmla="*/ 5497558 h 6858000"/>
              <a:gd name="connsiteX72" fmla="*/ 4546109 w 5638801"/>
              <a:gd name="connsiteY72" fmla="*/ 5497558 h 6858000"/>
              <a:gd name="connsiteX73" fmla="*/ 4509259 w 5638801"/>
              <a:gd name="connsiteY73" fmla="*/ 5497558 h 6858000"/>
              <a:gd name="connsiteX74" fmla="*/ 4475761 w 5638801"/>
              <a:gd name="connsiteY74" fmla="*/ 5506905 h 6858000"/>
              <a:gd name="connsiteX75" fmla="*/ 4475761 w 5638801"/>
              <a:gd name="connsiteY75" fmla="*/ 5521591 h 6858000"/>
              <a:gd name="connsiteX76" fmla="*/ 4432211 w 5638801"/>
              <a:gd name="connsiteY76" fmla="*/ 5512246 h 6858000"/>
              <a:gd name="connsiteX77" fmla="*/ 4330875 w 5638801"/>
              <a:gd name="connsiteY77" fmla="*/ 5585681 h 6858000"/>
              <a:gd name="connsiteX78" fmla="*/ 4325012 w 5638801"/>
              <a:gd name="connsiteY78" fmla="*/ 5561648 h 6858000"/>
              <a:gd name="connsiteX79" fmla="*/ 4312450 w 5638801"/>
              <a:gd name="connsiteY79" fmla="*/ 5561648 h 6858000"/>
              <a:gd name="connsiteX80" fmla="*/ 4326687 w 5638801"/>
              <a:gd name="connsiteY80" fmla="*/ 5580340 h 6858000"/>
              <a:gd name="connsiteX81" fmla="*/ 4289838 w 5638801"/>
              <a:gd name="connsiteY81" fmla="*/ 5631078 h 6858000"/>
              <a:gd name="connsiteX82" fmla="*/ 4299050 w 5638801"/>
              <a:gd name="connsiteY82" fmla="*/ 5681815 h 6858000"/>
              <a:gd name="connsiteX83" fmla="*/ 4330868 w 5638801"/>
              <a:gd name="connsiteY83" fmla="*/ 5799312 h 6858000"/>
              <a:gd name="connsiteX84" fmla="*/ 4368556 w 5638801"/>
              <a:gd name="connsiteY84" fmla="*/ 5822011 h 6858000"/>
              <a:gd name="connsiteX85" fmla="*/ 4500878 w 5638801"/>
              <a:gd name="connsiteY85" fmla="*/ 5688491 h 6858000"/>
              <a:gd name="connsiteX86" fmla="*/ 4662513 w 5638801"/>
              <a:gd name="connsiteY86" fmla="*/ 5712524 h 6858000"/>
              <a:gd name="connsiteX87" fmla="*/ 4776411 w 5638801"/>
              <a:gd name="connsiteY87" fmla="*/ 5712524 h 6858000"/>
              <a:gd name="connsiteX88" fmla="*/ 4887797 w 5638801"/>
              <a:gd name="connsiteY88" fmla="*/ 5684486 h 6858000"/>
              <a:gd name="connsiteX89" fmla="*/ 4916272 w 5638801"/>
              <a:gd name="connsiteY89" fmla="*/ 5684486 h 6858000"/>
              <a:gd name="connsiteX90" fmla="*/ 4963171 w 5638801"/>
              <a:gd name="connsiteY90" fmla="*/ 5625737 h 6858000"/>
              <a:gd name="connsiteX91" fmla="*/ 5123131 w 5638801"/>
              <a:gd name="connsiteY91" fmla="*/ 5625737 h 6858000"/>
              <a:gd name="connsiteX92" fmla="*/ 5152443 w 5638801"/>
              <a:gd name="connsiteY92" fmla="*/ 5667128 h 6858000"/>
              <a:gd name="connsiteX93" fmla="*/ 5123968 w 5638801"/>
              <a:gd name="connsiteY93" fmla="*/ 5687156 h 6858000"/>
              <a:gd name="connsiteX94" fmla="*/ 5097168 w 5638801"/>
              <a:gd name="connsiteY94" fmla="*/ 5700507 h 6858000"/>
              <a:gd name="connsiteX95" fmla="*/ 5118106 w 5638801"/>
              <a:gd name="connsiteY95" fmla="*/ 5719200 h 6858000"/>
              <a:gd name="connsiteX96" fmla="*/ 5163396 w 5638801"/>
              <a:gd name="connsiteY96" fmla="*/ 5719200 h 6858000"/>
              <a:gd name="connsiteX97" fmla="*/ 5134012 w 5638801"/>
              <a:gd name="connsiteY97" fmla="*/ 5781955 h 6858000"/>
              <a:gd name="connsiteX98" fmla="*/ 5039388 w 5638801"/>
              <a:gd name="connsiteY98" fmla="*/ 5781955 h 6858000"/>
              <a:gd name="connsiteX99" fmla="*/ 5013426 w 5638801"/>
              <a:gd name="connsiteY99" fmla="*/ 5846044 h 6858000"/>
              <a:gd name="connsiteX100" fmla="*/ 4897854 w 5638801"/>
              <a:gd name="connsiteY100" fmla="*/ 5846044 h 6858000"/>
              <a:gd name="connsiteX101" fmla="*/ 4886338 w 5638801"/>
              <a:gd name="connsiteY101" fmla="*/ 5832526 h 6858000"/>
              <a:gd name="connsiteX102" fmla="*/ 4884638 w 5638801"/>
              <a:gd name="connsiteY102" fmla="*/ 5810944 h 6858000"/>
              <a:gd name="connsiteX103" fmla="*/ 4911254 w 5638801"/>
              <a:gd name="connsiteY103" fmla="*/ 5793971 h 6858000"/>
              <a:gd name="connsiteX104" fmla="*/ 4902145 w 5638801"/>
              <a:gd name="connsiteY104" fmla="*/ 5790967 h 6858000"/>
              <a:gd name="connsiteX105" fmla="*/ 4883922 w 5638801"/>
              <a:gd name="connsiteY105" fmla="*/ 5793922 h 6858000"/>
              <a:gd name="connsiteX106" fmla="*/ 4884506 w 5638801"/>
              <a:gd name="connsiteY106" fmla="*/ 5786148 h 6858000"/>
              <a:gd name="connsiteX107" fmla="*/ 4872729 w 5638801"/>
              <a:gd name="connsiteY107" fmla="*/ 5797977 h 6858000"/>
              <a:gd name="connsiteX108" fmla="*/ 4872697 w 5638801"/>
              <a:gd name="connsiteY108" fmla="*/ 5800168 h 6858000"/>
              <a:gd name="connsiteX109" fmla="*/ 4860376 w 5638801"/>
              <a:gd name="connsiteY109" fmla="*/ 5807160 h 6858000"/>
              <a:gd name="connsiteX110" fmla="*/ 4843417 w 5638801"/>
              <a:gd name="connsiteY110" fmla="*/ 5811329 h 6858000"/>
              <a:gd name="connsiteX111" fmla="*/ 4803218 w 5638801"/>
              <a:gd name="connsiteY111" fmla="*/ 5784624 h 6858000"/>
              <a:gd name="connsiteX112" fmla="*/ 4780605 w 5638801"/>
              <a:gd name="connsiteY112" fmla="*/ 5844709 h 6858000"/>
              <a:gd name="connsiteX113" fmla="*/ 4713607 w 5638801"/>
              <a:gd name="connsiteY113" fmla="*/ 5891440 h 6858000"/>
              <a:gd name="connsiteX114" fmla="*/ 4699369 w 5638801"/>
              <a:gd name="connsiteY114" fmla="*/ 5935502 h 6858000"/>
              <a:gd name="connsiteX115" fmla="*/ 4691832 w 5638801"/>
              <a:gd name="connsiteY115" fmla="*/ 5892776 h 6858000"/>
              <a:gd name="connsiteX116" fmla="*/ 4625671 w 5638801"/>
              <a:gd name="connsiteY116" fmla="*/ 5844709 h 6858000"/>
              <a:gd name="connsiteX117" fmla="*/ 4574584 w 5638801"/>
              <a:gd name="connsiteY117" fmla="*/ 5876753 h 6858000"/>
              <a:gd name="connsiteX118" fmla="*/ 4526847 w 5638801"/>
              <a:gd name="connsiteY118" fmla="*/ 5862067 h 6858000"/>
              <a:gd name="connsiteX119" fmla="*/ 4479948 w 5638801"/>
              <a:gd name="connsiteY119" fmla="*/ 5843373 h 6858000"/>
              <a:gd name="connsiteX120" fmla="*/ 4469897 w 5638801"/>
              <a:gd name="connsiteY120" fmla="*/ 5843373 h 6858000"/>
              <a:gd name="connsiteX121" fmla="*/ 4391173 w 5638801"/>
              <a:gd name="connsiteY121" fmla="*/ 5891440 h 6858000"/>
              <a:gd name="connsiteX122" fmla="*/ 4307426 w 5638801"/>
              <a:gd name="connsiteY122" fmla="*/ 5891440 h 6858000"/>
              <a:gd name="connsiteX123" fmla="*/ 4307426 w 5638801"/>
              <a:gd name="connsiteY123" fmla="*/ 5906128 h 6858000"/>
              <a:gd name="connsiteX124" fmla="*/ 4240426 w 5638801"/>
              <a:gd name="connsiteY124" fmla="*/ 5886099 h 6858000"/>
              <a:gd name="connsiteX125" fmla="*/ 4156678 w 5638801"/>
              <a:gd name="connsiteY125" fmla="*/ 5846044 h 6858000"/>
              <a:gd name="connsiteX126" fmla="*/ 4165890 w 5638801"/>
              <a:gd name="connsiteY126" fmla="*/ 5827352 h 6858000"/>
              <a:gd name="connsiteX127" fmla="*/ 4152490 w 5638801"/>
              <a:gd name="connsiteY127" fmla="*/ 5811329 h 6858000"/>
              <a:gd name="connsiteX128" fmla="*/ 4127359 w 5638801"/>
              <a:gd name="connsiteY128" fmla="*/ 5823346 h 6858000"/>
              <a:gd name="connsiteX129" fmla="*/ 4156671 w 5638801"/>
              <a:gd name="connsiteY129" fmla="*/ 5846044 h 6858000"/>
              <a:gd name="connsiteX130" fmla="*/ 4156671 w 5638801"/>
              <a:gd name="connsiteY130" fmla="*/ 5868743 h 6858000"/>
              <a:gd name="connsiteX131" fmla="*/ 4108934 w 5638801"/>
              <a:gd name="connsiteY131" fmla="*/ 5880759 h 6858000"/>
              <a:gd name="connsiteX132" fmla="*/ 4120659 w 5638801"/>
              <a:gd name="connsiteY132" fmla="*/ 5926155 h 6858000"/>
              <a:gd name="connsiteX133" fmla="*/ 4059523 w 5638801"/>
              <a:gd name="connsiteY133" fmla="*/ 5959536 h 6858000"/>
              <a:gd name="connsiteX134" fmla="*/ 4048635 w 5638801"/>
              <a:gd name="connsiteY134" fmla="*/ 6028966 h 6858000"/>
              <a:gd name="connsiteX135" fmla="*/ 4062872 w 5638801"/>
              <a:gd name="connsiteY135" fmla="*/ 6050328 h 6858000"/>
              <a:gd name="connsiteX136" fmla="*/ 4046960 w 5638801"/>
              <a:gd name="connsiteY136" fmla="*/ 6066351 h 6858000"/>
              <a:gd name="connsiteX137" fmla="*/ 3894538 w 5638801"/>
              <a:gd name="connsiteY137" fmla="*/ 6097060 h 6858000"/>
              <a:gd name="connsiteX138" fmla="*/ 3863550 w 5638801"/>
              <a:gd name="connsiteY138" fmla="*/ 6105071 h 6858000"/>
              <a:gd name="connsiteX139" fmla="*/ 3873601 w 5638801"/>
              <a:gd name="connsiteY139" fmla="*/ 6034307 h 6858000"/>
              <a:gd name="connsiteX140" fmla="*/ 3942274 w 5638801"/>
              <a:gd name="connsiteY140" fmla="*/ 5956866 h 6858000"/>
              <a:gd name="connsiteX141" fmla="*/ 4026023 w 5638801"/>
              <a:gd name="connsiteY141" fmla="*/ 5906128 h 6858000"/>
              <a:gd name="connsiteX142" fmla="*/ 4038586 w 5638801"/>
              <a:gd name="connsiteY142" fmla="*/ 5888770 h 6858000"/>
              <a:gd name="connsiteX143" fmla="*/ 4016811 w 5638801"/>
              <a:gd name="connsiteY143" fmla="*/ 5854055 h 6858000"/>
              <a:gd name="connsiteX144" fmla="*/ 3939762 w 5638801"/>
              <a:gd name="connsiteY144" fmla="*/ 5854055 h 6858000"/>
              <a:gd name="connsiteX145" fmla="*/ 3904587 w 5638801"/>
              <a:gd name="connsiteY145" fmla="*/ 5847379 h 6858000"/>
              <a:gd name="connsiteX146" fmla="*/ 3820839 w 5638801"/>
              <a:gd name="connsiteY146" fmla="*/ 5922150 h 6858000"/>
              <a:gd name="connsiteX147" fmla="*/ 3742115 w 5638801"/>
              <a:gd name="connsiteY147" fmla="*/ 5964876 h 6858000"/>
              <a:gd name="connsiteX148" fmla="*/ 3652504 w 5638801"/>
              <a:gd name="connsiteY148" fmla="*/ 6047659 h 6858000"/>
              <a:gd name="connsiteX149" fmla="*/ 3555356 w 5638801"/>
              <a:gd name="connsiteY149" fmla="*/ 6091720 h 6858000"/>
              <a:gd name="connsiteX150" fmla="*/ 3464069 w 5638801"/>
              <a:gd name="connsiteY150" fmla="*/ 6126435 h 6858000"/>
              <a:gd name="connsiteX151" fmla="*/ 3438108 w 5638801"/>
              <a:gd name="connsiteY151" fmla="*/ 6142457 h 6858000"/>
              <a:gd name="connsiteX152" fmla="*/ 3462394 w 5638801"/>
              <a:gd name="connsiteY152" fmla="*/ 6158479 h 6858000"/>
              <a:gd name="connsiteX153" fmla="*/ 3552842 w 5638801"/>
              <a:gd name="connsiteY153" fmla="*/ 6183848 h 6858000"/>
              <a:gd name="connsiteX154" fmla="*/ 3646642 w 5638801"/>
              <a:gd name="connsiteY154" fmla="*/ 6161150 h 6858000"/>
              <a:gd name="connsiteX155" fmla="*/ 3829221 w 5638801"/>
              <a:gd name="connsiteY155" fmla="*/ 6190524 h 6858000"/>
              <a:gd name="connsiteX156" fmla="*/ 4064547 w 5638801"/>
              <a:gd name="connsiteY156" fmla="*/ 6190524 h 6858000"/>
              <a:gd name="connsiteX157" fmla="*/ 4079622 w 5638801"/>
              <a:gd name="connsiteY157" fmla="*/ 6219899 h 6858000"/>
              <a:gd name="connsiteX158" fmla="*/ 4065385 w 5638801"/>
              <a:gd name="connsiteY158" fmla="*/ 6251943 h 6858000"/>
              <a:gd name="connsiteX159" fmla="*/ 4015980 w 5638801"/>
              <a:gd name="connsiteY159" fmla="*/ 6251943 h 6858000"/>
              <a:gd name="connsiteX160" fmla="*/ 3977455 w 5638801"/>
              <a:gd name="connsiteY160" fmla="*/ 6271971 h 6858000"/>
              <a:gd name="connsiteX161" fmla="*/ 3964893 w 5638801"/>
              <a:gd name="connsiteY161" fmla="*/ 6271971 h 6858000"/>
              <a:gd name="connsiteX162" fmla="*/ 3909613 w 5638801"/>
              <a:gd name="connsiteY162" fmla="*/ 6249273 h 6858000"/>
              <a:gd name="connsiteX163" fmla="*/ 3813301 w 5638801"/>
              <a:gd name="connsiteY163" fmla="*/ 6231915 h 6858000"/>
              <a:gd name="connsiteX164" fmla="*/ 3743790 w 5638801"/>
              <a:gd name="connsiteY164" fmla="*/ 6279982 h 6858000"/>
              <a:gd name="connsiteX165" fmla="*/ 3654179 w 5638801"/>
              <a:gd name="connsiteY165" fmla="*/ 6279982 h 6858000"/>
              <a:gd name="connsiteX166" fmla="*/ 3588855 w 5638801"/>
              <a:gd name="connsiteY166" fmla="*/ 6279982 h 6858000"/>
              <a:gd name="connsiteX167" fmla="*/ 3438945 w 5638801"/>
              <a:gd name="connsiteY167" fmla="*/ 6279982 h 6858000"/>
              <a:gd name="connsiteX168" fmla="*/ 3407957 w 5638801"/>
              <a:gd name="connsiteY168" fmla="*/ 6312028 h 6858000"/>
              <a:gd name="connsiteX169" fmla="*/ 3359384 w 5638801"/>
              <a:gd name="connsiteY169" fmla="*/ 6326725 h 6858000"/>
              <a:gd name="connsiteX170" fmla="*/ 3329234 w 5638801"/>
              <a:gd name="connsiteY170" fmla="*/ 6346752 h 6858000"/>
              <a:gd name="connsiteX171" fmla="*/ 3253023 w 5638801"/>
              <a:gd name="connsiteY171" fmla="*/ 6426864 h 6858000"/>
              <a:gd name="connsiteX172" fmla="*/ 3218686 w 5638801"/>
              <a:gd name="connsiteY172" fmla="*/ 6426864 h 6858000"/>
              <a:gd name="connsiteX173" fmla="*/ 3235435 w 5638801"/>
              <a:gd name="connsiteY173" fmla="*/ 6393484 h 6858000"/>
              <a:gd name="connsiteX174" fmla="*/ 3307466 w 5638801"/>
              <a:gd name="connsiteY174" fmla="*/ 6373446 h 6858000"/>
              <a:gd name="connsiteX175" fmla="*/ 3338452 w 5638801"/>
              <a:gd name="connsiteY175" fmla="*/ 6286658 h 6858000"/>
              <a:gd name="connsiteX176" fmla="*/ 3254704 w 5638801"/>
              <a:gd name="connsiteY176" fmla="*/ 6296005 h 6858000"/>
              <a:gd name="connsiteX177" fmla="*/ 3237117 w 5638801"/>
              <a:gd name="connsiteY177" fmla="*/ 6348078 h 6858000"/>
              <a:gd name="connsiteX178" fmla="*/ 3218692 w 5638801"/>
              <a:gd name="connsiteY178" fmla="*/ 6354754 h 6858000"/>
              <a:gd name="connsiteX179" fmla="*/ 3165930 w 5638801"/>
              <a:gd name="connsiteY179" fmla="*/ 6345407 h 6858000"/>
              <a:gd name="connsiteX180" fmla="*/ 3122381 w 5638801"/>
              <a:gd name="connsiteY180" fmla="*/ 6442877 h 6858000"/>
              <a:gd name="connsiteX181" fmla="*/ 3135781 w 5638801"/>
              <a:gd name="connsiteY181" fmla="*/ 6465574 h 6858000"/>
              <a:gd name="connsiteX182" fmla="*/ 3153368 w 5638801"/>
              <a:gd name="connsiteY182" fmla="*/ 6476256 h 6858000"/>
              <a:gd name="connsiteX183" fmla="*/ 3135781 w 5638801"/>
              <a:gd name="connsiteY183" fmla="*/ 6497619 h 6858000"/>
              <a:gd name="connsiteX184" fmla="*/ 3012670 w 5638801"/>
              <a:gd name="connsiteY184" fmla="*/ 6563044 h 6858000"/>
              <a:gd name="connsiteX185" fmla="*/ 2975821 w 5638801"/>
              <a:gd name="connsiteY185" fmla="*/ 6593753 h 6858000"/>
              <a:gd name="connsiteX186" fmla="*/ 2837635 w 5638801"/>
              <a:gd name="connsiteY186" fmla="*/ 6639150 h 6858000"/>
              <a:gd name="connsiteX187" fmla="*/ 2796599 w 5638801"/>
              <a:gd name="connsiteY187" fmla="*/ 6672529 h 6858000"/>
              <a:gd name="connsiteX188" fmla="*/ 2796599 w 5638801"/>
              <a:gd name="connsiteY188" fmla="*/ 6703240 h 6858000"/>
              <a:gd name="connsiteX189" fmla="*/ 2808324 w 5638801"/>
              <a:gd name="connsiteY189" fmla="*/ 6717926 h 6858000"/>
              <a:gd name="connsiteX190" fmla="*/ 2864435 w 5638801"/>
              <a:gd name="connsiteY190" fmla="*/ 6717926 h 6858000"/>
              <a:gd name="connsiteX191" fmla="*/ 2920547 w 5638801"/>
              <a:gd name="connsiteY191" fmla="*/ 6709916 h 6858000"/>
              <a:gd name="connsiteX192" fmla="*/ 2947347 w 5638801"/>
              <a:gd name="connsiteY192" fmla="*/ 6688552 h 6858000"/>
              <a:gd name="connsiteX193" fmla="*/ 2982521 w 5638801"/>
              <a:gd name="connsiteY193" fmla="*/ 6632473 h 6858000"/>
              <a:gd name="connsiteX194" fmla="*/ 2995997 w 5638801"/>
              <a:gd name="connsiteY194" fmla="*/ 6595823 h 6858000"/>
              <a:gd name="connsiteX195" fmla="*/ 2999270 w 5638801"/>
              <a:gd name="connsiteY195" fmla="*/ 6596173 h 6858000"/>
              <a:gd name="connsiteX196" fmla="*/ 3044495 w 5638801"/>
              <a:gd name="connsiteY196" fmla="*/ 6604435 h 6858000"/>
              <a:gd name="connsiteX197" fmla="*/ 3076570 w 5638801"/>
              <a:gd name="connsiteY197" fmla="*/ 6590346 h 6858000"/>
              <a:gd name="connsiteX198" fmla="*/ 3103957 w 5638801"/>
              <a:gd name="connsiteY198" fmla="*/ 6620458 h 6858000"/>
              <a:gd name="connsiteX199" fmla="*/ 3117356 w 5638801"/>
              <a:gd name="connsiteY199" fmla="*/ 6643155 h 6858000"/>
              <a:gd name="connsiteX200" fmla="*/ 3100607 w 5638801"/>
              <a:gd name="connsiteY200" fmla="*/ 6657843 h 6858000"/>
              <a:gd name="connsiteX201" fmla="*/ 3056219 w 5638801"/>
              <a:gd name="connsiteY201" fmla="*/ 6725937 h 6858000"/>
              <a:gd name="connsiteX202" fmla="*/ 3033608 w 5638801"/>
              <a:gd name="connsiteY202" fmla="*/ 6774004 h 6858000"/>
              <a:gd name="connsiteX203" fmla="*/ 3000108 w 5638801"/>
              <a:gd name="connsiteY203" fmla="*/ 6798038 h 6858000"/>
              <a:gd name="connsiteX204" fmla="*/ 3008483 w 5638801"/>
              <a:gd name="connsiteY204" fmla="*/ 6818066 h 6858000"/>
              <a:gd name="connsiteX205" fmla="*/ 3083019 w 5638801"/>
              <a:gd name="connsiteY205" fmla="*/ 6818066 h 6858000"/>
              <a:gd name="connsiteX206" fmla="*/ 3206130 w 5638801"/>
              <a:gd name="connsiteY206" fmla="*/ 6715255 h 6858000"/>
              <a:gd name="connsiteX207" fmla="*/ 3298254 w 5638801"/>
              <a:gd name="connsiteY207" fmla="*/ 6685881 h 6858000"/>
              <a:gd name="connsiteX208" fmla="*/ 3315003 w 5638801"/>
              <a:gd name="connsiteY208" fmla="*/ 6695228 h 6858000"/>
              <a:gd name="connsiteX209" fmla="*/ 3297416 w 5638801"/>
              <a:gd name="connsiteY209" fmla="*/ 6716591 h 6858000"/>
              <a:gd name="connsiteX210" fmla="*/ 3284016 w 5638801"/>
              <a:gd name="connsiteY210" fmla="*/ 6740625 h 6858000"/>
              <a:gd name="connsiteX211" fmla="*/ 3284016 w 5638801"/>
              <a:gd name="connsiteY211" fmla="*/ 6778010 h 6858000"/>
              <a:gd name="connsiteX212" fmla="*/ 3210317 w 5638801"/>
              <a:gd name="connsiteY212" fmla="*/ 6843435 h 6858000"/>
              <a:gd name="connsiteX213" fmla="*/ 3201725 w 5638801"/>
              <a:gd name="connsiteY213" fmla="*/ 6858000 h 6858000"/>
              <a:gd name="connsiteX214" fmla="*/ 3179522 w 5638801"/>
              <a:gd name="connsiteY214" fmla="*/ 6858000 h 6858000"/>
              <a:gd name="connsiteX215" fmla="*/ 3177106 w 5638801"/>
              <a:gd name="connsiteY215" fmla="*/ 6851320 h 6858000"/>
              <a:gd name="connsiteX216" fmla="*/ 3172631 w 5638801"/>
              <a:gd name="connsiteY216" fmla="*/ 6823406 h 6858000"/>
              <a:gd name="connsiteX217" fmla="*/ 3147506 w 5638801"/>
              <a:gd name="connsiteY217" fmla="*/ 6815395 h 6858000"/>
              <a:gd name="connsiteX218" fmla="*/ 3110811 w 5638801"/>
              <a:gd name="connsiteY218" fmla="*/ 6858000 h 6858000"/>
              <a:gd name="connsiteX219" fmla="*/ 0 w 5638801"/>
              <a:gd name="connsiteY2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5638801" h="6858000">
                <a:moveTo>
                  <a:pt x="3206967" y="6763322"/>
                </a:moveTo>
                <a:cubicBezTo>
                  <a:pt x="3206967" y="6763322"/>
                  <a:pt x="3206967" y="6763322"/>
                  <a:pt x="3200267" y="6772669"/>
                </a:cubicBezTo>
                <a:lnTo>
                  <a:pt x="3213668" y="6784686"/>
                </a:lnTo>
                <a:lnTo>
                  <a:pt x="3220367" y="6772669"/>
                </a:lnTo>
                <a:cubicBezTo>
                  <a:pt x="3216140" y="6768758"/>
                  <a:pt x="3211642" y="6765614"/>
                  <a:pt x="3206967" y="6763322"/>
                </a:cubicBezTo>
                <a:close/>
                <a:moveTo>
                  <a:pt x="2976658" y="6593753"/>
                </a:moveTo>
                <a:lnTo>
                  <a:pt x="2996759" y="6593753"/>
                </a:lnTo>
                <a:lnTo>
                  <a:pt x="2995997" y="6595823"/>
                </a:lnTo>
                <a:close/>
                <a:moveTo>
                  <a:pt x="4093866" y="5828686"/>
                </a:moveTo>
                <a:cubicBezTo>
                  <a:pt x="4091354" y="5828686"/>
                  <a:pt x="4077117" y="5828686"/>
                  <a:pt x="4067904" y="5838032"/>
                </a:cubicBezTo>
                <a:cubicBezTo>
                  <a:pt x="4058692" y="5847379"/>
                  <a:pt x="4072928" y="5858061"/>
                  <a:pt x="4075441" y="5858061"/>
                </a:cubicBezTo>
                <a:cubicBezTo>
                  <a:pt x="4085029" y="5858113"/>
                  <a:pt x="4094591" y="5856326"/>
                  <a:pt x="4103916" y="5852720"/>
                </a:cubicBezTo>
                <a:cubicBezTo>
                  <a:pt x="4103916" y="5842038"/>
                  <a:pt x="4096378" y="5828686"/>
                  <a:pt x="4093866" y="5828686"/>
                </a:cubicBezTo>
                <a:close/>
                <a:moveTo>
                  <a:pt x="4883922" y="5793922"/>
                </a:moveTo>
                <a:lnTo>
                  <a:pt x="4883616" y="5797977"/>
                </a:lnTo>
                <a:lnTo>
                  <a:pt x="4884638" y="5810944"/>
                </a:lnTo>
                <a:lnTo>
                  <a:pt x="4881941" y="5812664"/>
                </a:lnTo>
                <a:cubicBezTo>
                  <a:pt x="4881104" y="5812664"/>
                  <a:pt x="4876079" y="5808992"/>
                  <a:pt x="4872624" y="5805320"/>
                </a:cubicBezTo>
                <a:lnTo>
                  <a:pt x="4872697" y="5800168"/>
                </a:lnTo>
                <a:lnTo>
                  <a:pt x="4883616" y="5793971"/>
                </a:lnTo>
                <a:close/>
                <a:moveTo>
                  <a:pt x="4080584" y="5664919"/>
                </a:moveTo>
                <a:cubicBezTo>
                  <a:pt x="4055485" y="5669027"/>
                  <a:pt x="4068217" y="5732552"/>
                  <a:pt x="4046967" y="5741898"/>
                </a:cubicBezTo>
                <a:lnTo>
                  <a:pt x="4052829" y="5763262"/>
                </a:lnTo>
                <a:cubicBezTo>
                  <a:pt x="4065892" y="5751950"/>
                  <a:pt x="4079312" y="5741699"/>
                  <a:pt x="4093028" y="5732553"/>
                </a:cubicBezTo>
                <a:cubicBezTo>
                  <a:pt x="4101403" y="5725877"/>
                  <a:pt x="4113129" y="5732553"/>
                  <a:pt x="4118991" y="5720536"/>
                </a:cubicBezTo>
                <a:cubicBezTo>
                  <a:pt x="4127319" y="5708119"/>
                  <a:pt x="4134382" y="5693695"/>
                  <a:pt x="4139928" y="5677809"/>
                </a:cubicBezTo>
                <a:lnTo>
                  <a:pt x="4119828" y="5667128"/>
                </a:lnTo>
                <a:cubicBezTo>
                  <a:pt x="4111196" y="5668526"/>
                  <a:pt x="4102498" y="5668526"/>
                  <a:pt x="4093866" y="5667128"/>
                </a:cubicBezTo>
                <a:cubicBezTo>
                  <a:pt x="4088527" y="5664958"/>
                  <a:pt x="4084170" y="5664332"/>
                  <a:pt x="4080584" y="5664919"/>
                </a:cubicBezTo>
                <a:close/>
                <a:moveTo>
                  <a:pt x="4228702" y="5554972"/>
                </a:moveTo>
                <a:cubicBezTo>
                  <a:pt x="4217814" y="5577669"/>
                  <a:pt x="4208602" y="5589687"/>
                  <a:pt x="4206927" y="5604374"/>
                </a:cubicBezTo>
                <a:cubicBezTo>
                  <a:pt x="4205252" y="5619060"/>
                  <a:pt x="4216139" y="5624401"/>
                  <a:pt x="4221164" y="5635083"/>
                </a:cubicBezTo>
                <a:cubicBezTo>
                  <a:pt x="4230232" y="5626420"/>
                  <a:pt x="4238190" y="5615087"/>
                  <a:pt x="4244614" y="5601704"/>
                </a:cubicBezTo>
                <a:cubicBezTo>
                  <a:pt x="4244614" y="5601704"/>
                  <a:pt x="4237913" y="5580340"/>
                  <a:pt x="4228702" y="5554972"/>
                </a:cubicBezTo>
                <a:close/>
                <a:moveTo>
                  <a:pt x="5149099" y="5476194"/>
                </a:moveTo>
                <a:cubicBezTo>
                  <a:pt x="5136900" y="5477813"/>
                  <a:pt x="5124832" y="5481388"/>
                  <a:pt x="5113087" y="5486876"/>
                </a:cubicBezTo>
                <a:lnTo>
                  <a:pt x="5119788" y="5516251"/>
                </a:lnTo>
                <a:lnTo>
                  <a:pt x="5167524" y="5496223"/>
                </a:lnTo>
                <a:cubicBezTo>
                  <a:pt x="5160825" y="5496223"/>
                  <a:pt x="5155799" y="5476194"/>
                  <a:pt x="5149099" y="5476194"/>
                </a:cubicBezTo>
                <a:close/>
                <a:moveTo>
                  <a:pt x="0" y="0"/>
                </a:moveTo>
                <a:lnTo>
                  <a:pt x="5014143" y="0"/>
                </a:lnTo>
                <a:lnTo>
                  <a:pt x="4982006" y="110336"/>
                </a:lnTo>
                <a:cubicBezTo>
                  <a:pt x="4622615" y="1242678"/>
                  <a:pt x="3423339" y="2550189"/>
                  <a:pt x="4911693" y="3297160"/>
                </a:cubicBezTo>
                <a:cubicBezTo>
                  <a:pt x="5903929" y="3795142"/>
                  <a:pt x="5701662" y="4542251"/>
                  <a:pt x="5350084" y="5320503"/>
                </a:cubicBezTo>
                <a:lnTo>
                  <a:pt x="5307816" y="5410770"/>
                </a:lnTo>
                <a:lnTo>
                  <a:pt x="5282260" y="5410770"/>
                </a:lnTo>
                <a:cubicBezTo>
                  <a:pt x="5282260" y="5410770"/>
                  <a:pt x="5270535" y="5434803"/>
                  <a:pt x="5272211" y="5446820"/>
                </a:cubicBezTo>
                <a:cubicBezTo>
                  <a:pt x="5273048" y="5452829"/>
                  <a:pt x="5276397" y="5459505"/>
                  <a:pt x="5280062" y="5464345"/>
                </a:cubicBezTo>
                <a:lnTo>
                  <a:pt x="5282094" y="5465704"/>
                </a:lnTo>
                <a:lnTo>
                  <a:pt x="5273626" y="5483788"/>
                </a:lnTo>
                <a:lnTo>
                  <a:pt x="5236280" y="5487216"/>
                </a:lnTo>
                <a:cubicBezTo>
                  <a:pt x="5215827" y="5491907"/>
                  <a:pt x="5195623" y="5499376"/>
                  <a:pt x="5175892" y="5509575"/>
                </a:cubicBezTo>
                <a:cubicBezTo>
                  <a:pt x="5142393" y="5530938"/>
                  <a:pt x="5098843" y="5501564"/>
                  <a:pt x="5063669" y="5544290"/>
                </a:cubicBezTo>
                <a:cubicBezTo>
                  <a:pt x="5056970" y="5553637"/>
                  <a:pt x="5039382" y="5544290"/>
                  <a:pt x="5026820" y="5544290"/>
                </a:cubicBezTo>
                <a:cubicBezTo>
                  <a:pt x="5009497" y="5533787"/>
                  <a:pt x="4991533" y="5526186"/>
                  <a:pt x="4973221" y="5521591"/>
                </a:cubicBezTo>
                <a:cubicBezTo>
                  <a:pt x="4949771" y="5521591"/>
                  <a:pt x="4921296" y="5550966"/>
                  <a:pt x="4905385" y="5537614"/>
                </a:cubicBezTo>
                <a:cubicBezTo>
                  <a:pt x="4876079" y="5510910"/>
                  <a:pt x="4847597" y="5525597"/>
                  <a:pt x="4821635" y="5521591"/>
                </a:cubicBezTo>
                <a:cubicBezTo>
                  <a:pt x="4795680" y="5517586"/>
                  <a:pt x="4768036" y="5521591"/>
                  <a:pt x="4737887" y="5521591"/>
                </a:cubicBezTo>
                <a:cubicBezTo>
                  <a:pt x="4708390" y="5516829"/>
                  <a:pt x="4678769" y="5528636"/>
                  <a:pt x="4654139" y="5554972"/>
                </a:cubicBezTo>
                <a:cubicBezTo>
                  <a:pt x="4649014" y="5560953"/>
                  <a:pt x="4645203" y="5569364"/>
                  <a:pt x="4643257" y="5579005"/>
                </a:cubicBezTo>
                <a:cubicBezTo>
                  <a:pt x="4656657" y="5599033"/>
                  <a:pt x="4666707" y="5621731"/>
                  <a:pt x="4649120" y="5643095"/>
                </a:cubicBezTo>
                <a:cubicBezTo>
                  <a:pt x="4649120" y="5643095"/>
                  <a:pt x="4629021" y="5619060"/>
                  <a:pt x="4618970" y="5620396"/>
                </a:cubicBezTo>
                <a:cubicBezTo>
                  <a:pt x="4597169" y="5622815"/>
                  <a:pt x="4575573" y="5628628"/>
                  <a:pt x="4554483" y="5637754"/>
                </a:cubicBezTo>
                <a:cubicBezTo>
                  <a:pt x="4542633" y="5644419"/>
                  <a:pt x="4530190" y="5648025"/>
                  <a:pt x="4517635" y="5648436"/>
                </a:cubicBezTo>
                <a:cubicBezTo>
                  <a:pt x="4498457" y="5640088"/>
                  <a:pt x="4478827" y="5634726"/>
                  <a:pt x="4459010" y="5632413"/>
                </a:cubicBezTo>
                <a:cubicBezTo>
                  <a:pt x="4441330" y="5642190"/>
                  <a:pt x="4424673" y="5656142"/>
                  <a:pt x="4409599" y="5673804"/>
                </a:cubicBezTo>
                <a:cubicBezTo>
                  <a:pt x="4409599" y="5673804"/>
                  <a:pt x="4396199" y="5673804"/>
                  <a:pt x="4397037" y="5673804"/>
                </a:cubicBezTo>
                <a:cubicBezTo>
                  <a:pt x="4397874" y="5673804"/>
                  <a:pt x="4397037" y="5635083"/>
                  <a:pt x="4402899" y="5632413"/>
                </a:cubicBezTo>
                <a:cubicBezTo>
                  <a:pt x="4425551" y="5616874"/>
                  <a:pt x="4448755" y="5603501"/>
                  <a:pt x="4472410" y="5592357"/>
                </a:cubicBezTo>
                <a:cubicBezTo>
                  <a:pt x="4510097" y="5570993"/>
                  <a:pt x="4548621" y="5550966"/>
                  <a:pt x="4586308" y="5528267"/>
                </a:cubicBezTo>
                <a:cubicBezTo>
                  <a:pt x="4586308" y="5528267"/>
                  <a:pt x="4591334" y="5513581"/>
                  <a:pt x="4592171" y="5506905"/>
                </a:cubicBezTo>
                <a:cubicBezTo>
                  <a:pt x="4593009" y="5500228"/>
                  <a:pt x="4592171" y="5497558"/>
                  <a:pt x="4585471" y="5497558"/>
                </a:cubicBezTo>
                <a:cubicBezTo>
                  <a:pt x="4578771" y="5497558"/>
                  <a:pt x="4556158" y="5489547"/>
                  <a:pt x="4546109" y="5497558"/>
                </a:cubicBezTo>
                <a:cubicBezTo>
                  <a:pt x="4536059" y="5505569"/>
                  <a:pt x="4526010" y="5534943"/>
                  <a:pt x="4509259" y="5497558"/>
                </a:cubicBezTo>
                <a:cubicBezTo>
                  <a:pt x="4509259" y="5497558"/>
                  <a:pt x="4487484" y="5497558"/>
                  <a:pt x="4475761" y="5506905"/>
                </a:cubicBezTo>
                <a:lnTo>
                  <a:pt x="4475761" y="5521591"/>
                </a:lnTo>
                <a:cubicBezTo>
                  <a:pt x="4459841" y="5537614"/>
                  <a:pt x="4451473" y="5460173"/>
                  <a:pt x="4432211" y="5512246"/>
                </a:cubicBezTo>
                <a:cubicBezTo>
                  <a:pt x="4412948" y="5564317"/>
                  <a:pt x="4361862" y="5542955"/>
                  <a:pt x="4330875" y="5585681"/>
                </a:cubicBezTo>
                <a:cubicBezTo>
                  <a:pt x="4329807" y="5577196"/>
                  <a:pt x="4327822" y="5569059"/>
                  <a:pt x="4325012" y="5561648"/>
                </a:cubicBezTo>
                <a:cubicBezTo>
                  <a:pt x="4325012" y="5561648"/>
                  <a:pt x="4317475" y="5561648"/>
                  <a:pt x="4312450" y="5561648"/>
                </a:cubicBezTo>
                <a:cubicBezTo>
                  <a:pt x="4316038" y="5569837"/>
                  <a:pt x="4320957" y="5576303"/>
                  <a:pt x="4326687" y="5580340"/>
                </a:cubicBezTo>
                <a:cubicBezTo>
                  <a:pt x="4315319" y="5598875"/>
                  <a:pt x="4302994" y="5615854"/>
                  <a:pt x="4289838" y="5631078"/>
                </a:cubicBezTo>
                <a:cubicBezTo>
                  <a:pt x="4268900" y="5659116"/>
                  <a:pt x="4266389" y="5665792"/>
                  <a:pt x="4299050" y="5681815"/>
                </a:cubicBezTo>
                <a:cubicBezTo>
                  <a:pt x="4315794" y="5691162"/>
                  <a:pt x="4321656" y="5757921"/>
                  <a:pt x="4330868" y="5799312"/>
                </a:cubicBezTo>
                <a:cubicBezTo>
                  <a:pt x="4340087" y="5840703"/>
                  <a:pt x="4358506" y="5854055"/>
                  <a:pt x="4368556" y="5822011"/>
                </a:cubicBezTo>
                <a:cubicBezTo>
                  <a:pt x="4396621" y="5746157"/>
                  <a:pt x="4445868" y="5696470"/>
                  <a:pt x="4500878" y="5688491"/>
                </a:cubicBezTo>
                <a:cubicBezTo>
                  <a:pt x="4554306" y="5657582"/>
                  <a:pt x="4613603" y="5666403"/>
                  <a:pt x="4662513" y="5712524"/>
                </a:cubicBezTo>
                <a:cubicBezTo>
                  <a:pt x="4700199" y="5667128"/>
                  <a:pt x="4737050" y="5731217"/>
                  <a:pt x="4776411" y="5712524"/>
                </a:cubicBezTo>
                <a:cubicBezTo>
                  <a:pt x="4815773" y="5693832"/>
                  <a:pt x="4852629" y="5727212"/>
                  <a:pt x="4887797" y="5684486"/>
                </a:cubicBezTo>
                <a:cubicBezTo>
                  <a:pt x="4887797" y="5684486"/>
                  <a:pt x="4905385" y="5729882"/>
                  <a:pt x="4916272" y="5684486"/>
                </a:cubicBezTo>
                <a:cubicBezTo>
                  <a:pt x="4924943" y="5653860"/>
                  <a:pt x="4942458" y="5631929"/>
                  <a:pt x="4963171" y="5625737"/>
                </a:cubicBezTo>
                <a:cubicBezTo>
                  <a:pt x="5016414" y="5619060"/>
                  <a:pt x="5069895" y="5619060"/>
                  <a:pt x="5123131" y="5625737"/>
                </a:cubicBezTo>
                <a:cubicBezTo>
                  <a:pt x="5133181" y="5625737"/>
                  <a:pt x="5142400" y="5652440"/>
                  <a:pt x="5152443" y="5667128"/>
                </a:cubicBezTo>
                <a:lnTo>
                  <a:pt x="5123968" y="5687156"/>
                </a:lnTo>
                <a:lnTo>
                  <a:pt x="5097168" y="5700507"/>
                </a:lnTo>
                <a:cubicBezTo>
                  <a:pt x="5103875" y="5707183"/>
                  <a:pt x="5110576" y="5719200"/>
                  <a:pt x="5118106" y="5719200"/>
                </a:cubicBezTo>
                <a:lnTo>
                  <a:pt x="5163396" y="5719200"/>
                </a:lnTo>
                <a:lnTo>
                  <a:pt x="5134012" y="5781955"/>
                </a:lnTo>
                <a:lnTo>
                  <a:pt x="5039388" y="5781955"/>
                </a:lnTo>
                <a:cubicBezTo>
                  <a:pt x="5005051" y="5781955"/>
                  <a:pt x="5015102" y="5818005"/>
                  <a:pt x="5013426" y="5846044"/>
                </a:cubicBezTo>
                <a:cubicBezTo>
                  <a:pt x="4974903" y="5846044"/>
                  <a:pt x="4936378" y="5846044"/>
                  <a:pt x="4897854" y="5846044"/>
                </a:cubicBezTo>
                <a:cubicBezTo>
                  <a:pt x="4893248" y="5846044"/>
                  <a:pt x="4889060" y="5841037"/>
                  <a:pt x="4886338" y="5832526"/>
                </a:cubicBezTo>
                <a:lnTo>
                  <a:pt x="4884638" y="5810944"/>
                </a:lnTo>
                <a:lnTo>
                  <a:pt x="4911254" y="5793971"/>
                </a:lnTo>
                <a:cubicBezTo>
                  <a:pt x="4908741" y="5793971"/>
                  <a:pt x="4906228" y="5791968"/>
                  <a:pt x="4902145" y="5790967"/>
                </a:cubicBezTo>
                <a:lnTo>
                  <a:pt x="4883922" y="5793922"/>
                </a:lnTo>
                <a:lnTo>
                  <a:pt x="4884506" y="5786148"/>
                </a:lnTo>
                <a:cubicBezTo>
                  <a:pt x="4884349" y="5782205"/>
                  <a:pt x="4880894" y="5797977"/>
                  <a:pt x="4872729" y="5797977"/>
                </a:cubicBezTo>
                <a:lnTo>
                  <a:pt x="4872697" y="5800168"/>
                </a:lnTo>
                <a:lnTo>
                  <a:pt x="4860376" y="5807160"/>
                </a:lnTo>
                <a:cubicBezTo>
                  <a:pt x="4853676" y="5810998"/>
                  <a:pt x="4848023" y="5813332"/>
                  <a:pt x="4843417" y="5811329"/>
                </a:cubicBezTo>
                <a:cubicBezTo>
                  <a:pt x="4834204" y="5807333"/>
                  <a:pt x="4812430" y="5777949"/>
                  <a:pt x="4803218" y="5784624"/>
                </a:cubicBezTo>
                <a:cubicBezTo>
                  <a:pt x="4794005" y="5791300"/>
                  <a:pt x="4791493" y="5832691"/>
                  <a:pt x="4780605" y="5844709"/>
                </a:cubicBezTo>
                <a:cubicBezTo>
                  <a:pt x="4769718" y="5856736"/>
                  <a:pt x="4734544" y="5872747"/>
                  <a:pt x="4713607" y="5891440"/>
                </a:cubicBezTo>
                <a:cubicBezTo>
                  <a:pt x="4706069" y="5898117"/>
                  <a:pt x="4703556" y="5920814"/>
                  <a:pt x="4699369" y="5935502"/>
                </a:cubicBezTo>
                <a:cubicBezTo>
                  <a:pt x="4698367" y="5920688"/>
                  <a:pt x="4695821" y="5906254"/>
                  <a:pt x="4691832" y="5892776"/>
                </a:cubicBezTo>
                <a:cubicBezTo>
                  <a:pt x="4675082" y="5858061"/>
                  <a:pt x="4655820" y="5828686"/>
                  <a:pt x="4625671" y="5844709"/>
                </a:cubicBezTo>
                <a:cubicBezTo>
                  <a:pt x="4607997" y="5852594"/>
                  <a:pt x="4590885" y="5863338"/>
                  <a:pt x="4574584" y="5876753"/>
                </a:cubicBezTo>
                <a:cubicBezTo>
                  <a:pt x="4556158" y="5891440"/>
                  <a:pt x="4550297" y="5820676"/>
                  <a:pt x="4526847" y="5862067"/>
                </a:cubicBezTo>
                <a:cubicBezTo>
                  <a:pt x="4521821" y="5871413"/>
                  <a:pt x="4495860" y="5850049"/>
                  <a:pt x="4479948" y="5843373"/>
                </a:cubicBezTo>
                <a:cubicBezTo>
                  <a:pt x="4479948" y="5843373"/>
                  <a:pt x="4472410" y="5843373"/>
                  <a:pt x="4469897" y="5843373"/>
                </a:cubicBezTo>
                <a:cubicBezTo>
                  <a:pt x="4431374" y="5809994"/>
                  <a:pt x="4425511" y="5916809"/>
                  <a:pt x="4391173" y="5891440"/>
                </a:cubicBezTo>
                <a:cubicBezTo>
                  <a:pt x="4365258" y="5867597"/>
                  <a:pt x="4333334" y="5867597"/>
                  <a:pt x="4307426" y="5891440"/>
                </a:cubicBezTo>
                <a:cubicBezTo>
                  <a:pt x="4307426" y="5891440"/>
                  <a:pt x="4307426" y="5900787"/>
                  <a:pt x="4307426" y="5906128"/>
                </a:cubicBezTo>
                <a:cubicBezTo>
                  <a:pt x="4284813" y="5906128"/>
                  <a:pt x="4255502" y="5991580"/>
                  <a:pt x="4240426" y="5886099"/>
                </a:cubicBezTo>
                <a:cubicBezTo>
                  <a:pt x="4240426" y="5863402"/>
                  <a:pt x="4192689" y="5856726"/>
                  <a:pt x="4156678" y="5846044"/>
                </a:cubicBezTo>
                <a:cubicBezTo>
                  <a:pt x="4156678" y="5846044"/>
                  <a:pt x="4156678" y="5834027"/>
                  <a:pt x="4165890" y="5827352"/>
                </a:cubicBezTo>
                <a:cubicBezTo>
                  <a:pt x="4175102" y="5820686"/>
                  <a:pt x="4156678" y="5811329"/>
                  <a:pt x="4152490" y="5811329"/>
                </a:cubicBezTo>
                <a:cubicBezTo>
                  <a:pt x="4143898" y="5814104"/>
                  <a:pt x="4135490" y="5818131"/>
                  <a:pt x="4127359" y="5823346"/>
                </a:cubicBezTo>
                <a:cubicBezTo>
                  <a:pt x="4136017" y="5834121"/>
                  <a:pt x="4146008" y="5841860"/>
                  <a:pt x="4156671" y="5846044"/>
                </a:cubicBezTo>
                <a:cubicBezTo>
                  <a:pt x="4163370" y="5846044"/>
                  <a:pt x="4162534" y="5867407"/>
                  <a:pt x="4156671" y="5868743"/>
                </a:cubicBezTo>
                <a:cubicBezTo>
                  <a:pt x="4140904" y="5874051"/>
                  <a:pt x="4124965" y="5878067"/>
                  <a:pt x="4108934" y="5880759"/>
                </a:cubicBezTo>
                <a:lnTo>
                  <a:pt x="4120659" y="5926155"/>
                </a:lnTo>
                <a:lnTo>
                  <a:pt x="4059523" y="5959536"/>
                </a:lnTo>
                <a:cubicBezTo>
                  <a:pt x="4032723" y="5974222"/>
                  <a:pt x="4009274" y="5988910"/>
                  <a:pt x="4048635" y="6028966"/>
                </a:cubicBezTo>
                <a:cubicBezTo>
                  <a:pt x="4053963" y="6035043"/>
                  <a:pt x="4058751" y="6042223"/>
                  <a:pt x="4062872" y="6050328"/>
                </a:cubicBezTo>
                <a:cubicBezTo>
                  <a:pt x="4057848" y="6050328"/>
                  <a:pt x="4052823" y="6065016"/>
                  <a:pt x="4046960" y="6066351"/>
                </a:cubicBezTo>
                <a:cubicBezTo>
                  <a:pt x="3995873" y="6078368"/>
                  <a:pt x="3945624" y="6089050"/>
                  <a:pt x="3894538" y="6097060"/>
                </a:cubicBezTo>
                <a:cubicBezTo>
                  <a:pt x="3883650" y="6097060"/>
                  <a:pt x="3876113" y="6163820"/>
                  <a:pt x="3863550" y="6105071"/>
                </a:cubicBezTo>
                <a:cubicBezTo>
                  <a:pt x="3863550" y="6086379"/>
                  <a:pt x="3869413" y="6058340"/>
                  <a:pt x="3873601" y="6034307"/>
                </a:cubicBezTo>
                <a:cubicBezTo>
                  <a:pt x="3919663" y="6059675"/>
                  <a:pt x="3917149" y="5978228"/>
                  <a:pt x="3942274" y="5956866"/>
                </a:cubicBezTo>
                <a:cubicBezTo>
                  <a:pt x="3969642" y="5937731"/>
                  <a:pt x="3997595" y="5920794"/>
                  <a:pt x="4026023" y="5906128"/>
                </a:cubicBezTo>
                <a:cubicBezTo>
                  <a:pt x="4026023" y="5906128"/>
                  <a:pt x="4034398" y="5894111"/>
                  <a:pt x="4038586" y="5888770"/>
                </a:cubicBezTo>
                <a:cubicBezTo>
                  <a:pt x="4031971" y="5876227"/>
                  <a:pt x="4024684" y="5864610"/>
                  <a:pt x="4016811" y="5854055"/>
                </a:cubicBezTo>
                <a:cubicBezTo>
                  <a:pt x="3990848" y="5827352"/>
                  <a:pt x="3966561" y="5876753"/>
                  <a:pt x="3939762" y="5854055"/>
                </a:cubicBezTo>
                <a:cubicBezTo>
                  <a:pt x="3929013" y="5844720"/>
                  <a:pt x="3916418" y="5842333"/>
                  <a:pt x="3904587" y="5847379"/>
                </a:cubicBezTo>
                <a:cubicBezTo>
                  <a:pt x="3875276" y="5866072"/>
                  <a:pt x="3870250" y="5955530"/>
                  <a:pt x="3820839" y="5922150"/>
                </a:cubicBezTo>
                <a:cubicBezTo>
                  <a:pt x="3788177" y="5899452"/>
                  <a:pt x="3768914" y="5956866"/>
                  <a:pt x="3742115" y="5964876"/>
                </a:cubicBezTo>
                <a:cubicBezTo>
                  <a:pt x="3705529" y="5967316"/>
                  <a:pt x="3672024" y="5998257"/>
                  <a:pt x="3652504" y="6047659"/>
                </a:cubicBezTo>
                <a:cubicBezTo>
                  <a:pt x="3637429" y="6085044"/>
                  <a:pt x="3588018" y="6063680"/>
                  <a:pt x="3555356" y="6091720"/>
                </a:cubicBezTo>
                <a:cubicBezTo>
                  <a:pt x="3526182" y="6110465"/>
                  <a:pt x="3495412" y="6122167"/>
                  <a:pt x="3464069" y="6126435"/>
                </a:cubicBezTo>
                <a:lnTo>
                  <a:pt x="3438108" y="6142457"/>
                </a:lnTo>
                <a:cubicBezTo>
                  <a:pt x="3445724" y="6149490"/>
                  <a:pt x="3453894" y="6154874"/>
                  <a:pt x="3462394" y="6158479"/>
                </a:cubicBezTo>
                <a:cubicBezTo>
                  <a:pt x="3493474" y="6151372"/>
                  <a:pt x="3525160" y="6160257"/>
                  <a:pt x="3552842" y="6183848"/>
                </a:cubicBezTo>
                <a:cubicBezTo>
                  <a:pt x="3579642" y="6133111"/>
                  <a:pt x="3616492" y="6157144"/>
                  <a:pt x="3646642" y="6161150"/>
                </a:cubicBezTo>
                <a:cubicBezTo>
                  <a:pt x="3707785" y="6170497"/>
                  <a:pt x="3773109" y="6121094"/>
                  <a:pt x="3829221" y="6190524"/>
                </a:cubicBezTo>
                <a:cubicBezTo>
                  <a:pt x="3907943" y="6095725"/>
                  <a:pt x="3985830" y="6223905"/>
                  <a:pt x="4064547" y="6190524"/>
                </a:cubicBezTo>
                <a:cubicBezTo>
                  <a:pt x="4064547" y="6190524"/>
                  <a:pt x="4079622" y="6209217"/>
                  <a:pt x="4079622" y="6219899"/>
                </a:cubicBezTo>
                <a:cubicBezTo>
                  <a:pt x="4079622" y="6230580"/>
                  <a:pt x="4071247" y="6250608"/>
                  <a:pt x="4065385" y="6251943"/>
                </a:cubicBezTo>
                <a:cubicBezTo>
                  <a:pt x="4049130" y="6257936"/>
                  <a:pt x="4032235" y="6257936"/>
                  <a:pt x="4015980" y="6251943"/>
                </a:cubicBezTo>
                <a:cubicBezTo>
                  <a:pt x="3996717" y="6241261"/>
                  <a:pt x="3977455" y="6201206"/>
                  <a:pt x="3977455" y="6271971"/>
                </a:cubicBezTo>
                <a:cubicBezTo>
                  <a:pt x="3977455" y="6271971"/>
                  <a:pt x="3965731" y="6278647"/>
                  <a:pt x="3964893" y="6271971"/>
                </a:cubicBezTo>
                <a:cubicBezTo>
                  <a:pt x="3950656" y="6235921"/>
                  <a:pt x="3928044" y="6254614"/>
                  <a:pt x="3909613" y="6249273"/>
                </a:cubicBezTo>
                <a:cubicBezTo>
                  <a:pt x="3878625" y="6241261"/>
                  <a:pt x="3846800" y="6263960"/>
                  <a:pt x="3813301" y="6231915"/>
                </a:cubicBezTo>
                <a:cubicBezTo>
                  <a:pt x="3800739" y="6219899"/>
                  <a:pt x="3768914" y="6271971"/>
                  <a:pt x="3743790" y="6279982"/>
                </a:cubicBezTo>
                <a:cubicBezTo>
                  <a:pt x="3714399" y="6292030"/>
                  <a:pt x="3683576" y="6292030"/>
                  <a:pt x="3654179" y="6279982"/>
                </a:cubicBezTo>
                <a:cubicBezTo>
                  <a:pt x="3629054" y="6265296"/>
                  <a:pt x="3611467" y="6348078"/>
                  <a:pt x="3588855" y="6279982"/>
                </a:cubicBezTo>
                <a:cubicBezTo>
                  <a:pt x="3539449" y="6279982"/>
                  <a:pt x="3489194" y="6279982"/>
                  <a:pt x="3438945" y="6279982"/>
                </a:cubicBezTo>
                <a:cubicBezTo>
                  <a:pt x="3426191" y="6282989"/>
                  <a:pt x="3414882" y="6294679"/>
                  <a:pt x="3407957" y="6312028"/>
                </a:cubicBezTo>
                <a:cubicBezTo>
                  <a:pt x="3394558" y="6365446"/>
                  <a:pt x="3363571" y="6298685"/>
                  <a:pt x="3359384" y="6326725"/>
                </a:cubicBezTo>
                <a:cubicBezTo>
                  <a:pt x="3355203" y="6354764"/>
                  <a:pt x="3351847" y="6389478"/>
                  <a:pt x="3329234" y="6346752"/>
                </a:cubicBezTo>
                <a:cubicBezTo>
                  <a:pt x="3320021" y="6412177"/>
                  <a:pt x="3278985" y="6401496"/>
                  <a:pt x="3253023" y="6426864"/>
                </a:cubicBezTo>
                <a:cubicBezTo>
                  <a:pt x="3244648" y="6434875"/>
                  <a:pt x="3230411" y="6426864"/>
                  <a:pt x="3218686" y="6426864"/>
                </a:cubicBezTo>
                <a:cubicBezTo>
                  <a:pt x="3223598" y="6414910"/>
                  <a:pt x="3229204" y="6403735"/>
                  <a:pt x="3235435" y="6393484"/>
                </a:cubicBezTo>
                <a:cubicBezTo>
                  <a:pt x="3259894" y="6391824"/>
                  <a:pt x="3284108" y="6385084"/>
                  <a:pt x="3307466" y="6373446"/>
                </a:cubicBezTo>
                <a:cubicBezTo>
                  <a:pt x="3321703" y="6350748"/>
                  <a:pt x="3351853" y="6333390"/>
                  <a:pt x="3338452" y="6286658"/>
                </a:cubicBezTo>
                <a:cubicBezTo>
                  <a:pt x="3330915" y="6261290"/>
                  <a:pt x="3274804" y="6267966"/>
                  <a:pt x="3254704" y="6296005"/>
                </a:cubicBezTo>
                <a:cubicBezTo>
                  <a:pt x="3234604" y="6324043"/>
                  <a:pt x="3243817" y="6332055"/>
                  <a:pt x="3237117" y="6348078"/>
                </a:cubicBezTo>
                <a:cubicBezTo>
                  <a:pt x="3231690" y="6353796"/>
                  <a:pt x="3225141" y="6356162"/>
                  <a:pt x="3218692" y="6354754"/>
                </a:cubicBezTo>
                <a:cubicBezTo>
                  <a:pt x="3200267" y="6354754"/>
                  <a:pt x="3175980" y="6333390"/>
                  <a:pt x="3165930" y="6345407"/>
                </a:cubicBezTo>
                <a:cubicBezTo>
                  <a:pt x="3147809" y="6373393"/>
                  <a:pt x="3133050" y="6406427"/>
                  <a:pt x="3122381" y="6442877"/>
                </a:cubicBezTo>
                <a:cubicBezTo>
                  <a:pt x="3122381" y="6442877"/>
                  <a:pt x="3130756" y="6458898"/>
                  <a:pt x="3135781" y="6465574"/>
                </a:cubicBezTo>
                <a:cubicBezTo>
                  <a:pt x="3141439" y="6469928"/>
                  <a:pt x="3147328" y="6473501"/>
                  <a:pt x="3153368" y="6476256"/>
                </a:cubicBezTo>
                <a:cubicBezTo>
                  <a:pt x="3148085" y="6484519"/>
                  <a:pt x="3142177" y="6491690"/>
                  <a:pt x="3135781" y="6497619"/>
                </a:cubicBezTo>
                <a:lnTo>
                  <a:pt x="3012670" y="6563044"/>
                </a:lnTo>
                <a:cubicBezTo>
                  <a:pt x="3001763" y="6577016"/>
                  <a:pt x="2989248" y="6587445"/>
                  <a:pt x="2975821" y="6593753"/>
                </a:cubicBezTo>
                <a:cubicBezTo>
                  <a:pt x="2929257" y="6604719"/>
                  <a:pt x="2883124" y="6619878"/>
                  <a:pt x="2837635" y="6639150"/>
                </a:cubicBezTo>
                <a:cubicBezTo>
                  <a:pt x="2823082" y="6647298"/>
                  <a:pt x="2809280" y="6658525"/>
                  <a:pt x="2796599" y="6672529"/>
                </a:cubicBezTo>
                <a:cubicBezTo>
                  <a:pt x="2796599" y="6672529"/>
                  <a:pt x="2796599" y="6693893"/>
                  <a:pt x="2796599" y="6703240"/>
                </a:cubicBezTo>
                <a:cubicBezTo>
                  <a:pt x="2796599" y="6712586"/>
                  <a:pt x="2808324" y="6717926"/>
                  <a:pt x="2808324" y="6717926"/>
                </a:cubicBezTo>
                <a:cubicBezTo>
                  <a:pt x="2827586" y="6679205"/>
                  <a:pt x="2845173" y="6681876"/>
                  <a:pt x="2864435" y="6717926"/>
                </a:cubicBezTo>
                <a:cubicBezTo>
                  <a:pt x="2883697" y="6753977"/>
                  <a:pt x="2897935" y="6663184"/>
                  <a:pt x="2920547" y="6709916"/>
                </a:cubicBezTo>
                <a:cubicBezTo>
                  <a:pt x="2930418" y="6706299"/>
                  <a:pt x="2939605" y="6698971"/>
                  <a:pt x="2947347" y="6688552"/>
                </a:cubicBezTo>
                <a:cubicBezTo>
                  <a:pt x="2959896" y="6671215"/>
                  <a:pt x="2971646" y="6652481"/>
                  <a:pt x="2982521" y="6632473"/>
                </a:cubicBezTo>
                <a:lnTo>
                  <a:pt x="2995997" y="6595823"/>
                </a:lnTo>
                <a:lnTo>
                  <a:pt x="2999270" y="6596173"/>
                </a:lnTo>
                <a:cubicBezTo>
                  <a:pt x="3017643" y="6607940"/>
                  <a:pt x="3025651" y="6638482"/>
                  <a:pt x="3044495" y="6604435"/>
                </a:cubicBezTo>
                <a:cubicBezTo>
                  <a:pt x="3053358" y="6592408"/>
                  <a:pt x="3065096" y="6587256"/>
                  <a:pt x="3076570" y="6590346"/>
                </a:cubicBezTo>
                <a:cubicBezTo>
                  <a:pt x="3088044" y="6593438"/>
                  <a:pt x="3098067" y="6604456"/>
                  <a:pt x="3103957" y="6620458"/>
                </a:cubicBezTo>
                <a:lnTo>
                  <a:pt x="3117356" y="6643155"/>
                </a:lnTo>
                <a:cubicBezTo>
                  <a:pt x="3111494" y="6643155"/>
                  <a:pt x="3105632" y="6659178"/>
                  <a:pt x="3100607" y="6657843"/>
                </a:cubicBezTo>
                <a:cubicBezTo>
                  <a:pt x="3066270" y="6648496"/>
                  <a:pt x="3051195" y="6667189"/>
                  <a:pt x="3056219" y="6725937"/>
                </a:cubicBezTo>
                <a:cubicBezTo>
                  <a:pt x="3056219" y="6740625"/>
                  <a:pt x="3043657" y="6761987"/>
                  <a:pt x="3033608" y="6774004"/>
                </a:cubicBezTo>
                <a:cubicBezTo>
                  <a:pt x="3023175" y="6784402"/>
                  <a:pt x="3011906" y="6792487"/>
                  <a:pt x="3000108" y="6798038"/>
                </a:cubicBezTo>
                <a:cubicBezTo>
                  <a:pt x="3000108" y="6798038"/>
                  <a:pt x="3006809" y="6818066"/>
                  <a:pt x="3008483" y="6818066"/>
                </a:cubicBezTo>
                <a:cubicBezTo>
                  <a:pt x="3034445" y="6807384"/>
                  <a:pt x="3060407" y="6894171"/>
                  <a:pt x="3083019" y="6818066"/>
                </a:cubicBezTo>
                <a:cubicBezTo>
                  <a:pt x="3105921" y="6745156"/>
                  <a:pt x="3155498" y="6703754"/>
                  <a:pt x="3206130" y="6715255"/>
                </a:cubicBezTo>
                <a:cubicBezTo>
                  <a:pt x="3237341" y="6709978"/>
                  <a:pt x="3268176" y="6700148"/>
                  <a:pt x="3298254" y="6685881"/>
                </a:cubicBezTo>
                <a:cubicBezTo>
                  <a:pt x="3303279" y="6685881"/>
                  <a:pt x="3309978" y="6692558"/>
                  <a:pt x="3315003" y="6695228"/>
                </a:cubicBezTo>
                <a:lnTo>
                  <a:pt x="3297416" y="6716591"/>
                </a:lnTo>
                <a:cubicBezTo>
                  <a:pt x="3292392" y="6724602"/>
                  <a:pt x="3283178" y="6736619"/>
                  <a:pt x="3284016" y="6740625"/>
                </a:cubicBezTo>
                <a:cubicBezTo>
                  <a:pt x="3284853" y="6744630"/>
                  <a:pt x="3308303" y="6780680"/>
                  <a:pt x="3284016" y="6778010"/>
                </a:cubicBezTo>
                <a:cubicBezTo>
                  <a:pt x="3253854" y="6777063"/>
                  <a:pt x="3225702" y="6802054"/>
                  <a:pt x="3210317" y="6843435"/>
                </a:cubicBezTo>
                <a:lnTo>
                  <a:pt x="3201725" y="6858000"/>
                </a:lnTo>
                <a:lnTo>
                  <a:pt x="3179522" y="6858000"/>
                </a:lnTo>
                <a:lnTo>
                  <a:pt x="3177106" y="6851320"/>
                </a:lnTo>
                <a:cubicBezTo>
                  <a:pt x="3175457" y="6843434"/>
                  <a:pt x="3174097" y="6833754"/>
                  <a:pt x="3172631" y="6823406"/>
                </a:cubicBezTo>
                <a:cubicBezTo>
                  <a:pt x="3165423" y="6814912"/>
                  <a:pt x="3156211" y="6811979"/>
                  <a:pt x="3147506" y="6815395"/>
                </a:cubicBezTo>
                <a:lnTo>
                  <a:pt x="311081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0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410" name="文本框 12"/>
          <p:cNvSpPr txBox="1"/>
          <p:nvPr/>
        </p:nvSpPr>
        <p:spPr>
          <a:xfrm>
            <a:off x="5143500" y="953770"/>
            <a:ext cx="2867025" cy="64008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9C4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altLang="zh-CN" sz="3600" dirty="0">
                <a:solidFill>
                  <a:srgbClr val="FFCDD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CONTENTS</a:t>
            </a:r>
          </a:p>
        </p:txBody>
      </p:sp>
      <p:sp>
        <p:nvSpPr>
          <p:cNvPr id="17411" name="文本框 3"/>
          <p:cNvSpPr txBox="1"/>
          <p:nvPr/>
        </p:nvSpPr>
        <p:spPr>
          <a:xfrm>
            <a:off x="4216400" y="1914208"/>
            <a:ext cx="1997075" cy="396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01. </a:t>
            </a:r>
            <a:r>
              <a:rPr lang="zh-CN" altLang="en-US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指针类型</a:t>
            </a:r>
            <a:endParaRPr lang="en-US" altLang="zh-CN" sz="20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2" name="文本框 4"/>
          <p:cNvSpPr txBox="1"/>
          <p:nvPr/>
        </p:nvSpPr>
        <p:spPr>
          <a:xfrm>
            <a:off x="6630988" y="1914208"/>
            <a:ext cx="1997075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02. </a:t>
            </a:r>
            <a:r>
              <a:rPr lang="zh-CN" altLang="en-US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指针转换</a:t>
            </a:r>
            <a:endParaRPr lang="en-US" altLang="zh-CN" sz="20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3" name="文本框 6"/>
          <p:cNvSpPr txBox="1"/>
          <p:nvPr/>
        </p:nvSpPr>
        <p:spPr>
          <a:xfrm>
            <a:off x="4216400" y="2993708"/>
            <a:ext cx="1997075" cy="396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03. </a:t>
            </a:r>
            <a:r>
              <a:rPr lang="zh-CN" altLang="en-US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例题</a:t>
            </a:r>
            <a:endParaRPr lang="en-US" altLang="zh-CN" sz="20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4" name="文本框 7"/>
          <p:cNvSpPr txBox="1"/>
          <p:nvPr/>
        </p:nvSpPr>
        <p:spPr>
          <a:xfrm>
            <a:off x="6697663" y="2993708"/>
            <a:ext cx="1997075" cy="396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latin typeface="方正清刻本悦宋简体" panose="02000000000000000000" charset="-122"/>
                <a:ea typeface="方正清刻本悦宋简体" panose="02000000000000000000" charset="-122"/>
              </a:rPr>
              <a:t>04. </a:t>
            </a:r>
            <a:r>
              <a:rPr lang="en-US" altLang="zh-CN" sz="2000" dirty="0" err="1">
                <a:latin typeface="方正清刻本悦宋简体" panose="02000000000000000000" charset="-122"/>
                <a:ea typeface="方正清刻本悦宋简体" panose="02000000000000000000" charset="-122"/>
              </a:rPr>
              <a:t>请输入标题</a:t>
            </a:r>
            <a:endParaRPr lang="en-US" altLang="zh-CN" sz="20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5" name="文本框 40"/>
          <p:cNvSpPr txBox="1"/>
          <p:nvPr/>
        </p:nvSpPr>
        <p:spPr>
          <a:xfrm>
            <a:off x="4084638" y="2312670"/>
            <a:ext cx="2046287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一般的、特殊的</a:t>
            </a:r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6" name="文本框 40"/>
          <p:cNvSpPr txBox="1"/>
          <p:nvPr/>
        </p:nvSpPr>
        <p:spPr>
          <a:xfrm>
            <a:off x="4084638" y="3392170"/>
            <a:ext cx="2046287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期末会考的</a:t>
            </a:r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7" name="文本框 40"/>
          <p:cNvSpPr txBox="1"/>
          <p:nvPr/>
        </p:nvSpPr>
        <p:spPr>
          <a:xfrm>
            <a:off x="6489700" y="2312670"/>
            <a:ext cx="204628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指针间相互的强制类型转换</a:t>
            </a:r>
            <a:endParaRPr lang="en-US" altLang="zh-CN" sz="1400" dirty="0"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7418" name="文本框 40"/>
          <p:cNvSpPr txBox="1"/>
          <p:nvPr/>
        </p:nvSpPr>
        <p:spPr>
          <a:xfrm>
            <a:off x="6489383" y="3390265"/>
            <a:ext cx="2046287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Please enter the title</a:t>
            </a:r>
          </a:p>
        </p:txBody>
      </p:sp>
      <p:pic>
        <p:nvPicPr>
          <p:cNvPr id="2" name="图片 1" descr="2024-09-30 12:24:41.48400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/>
          <p:cNvSpPr txBox="1"/>
          <p:nvPr/>
        </p:nvSpPr>
        <p:spPr>
          <a:xfrm>
            <a:off x="5375275" y="1069975"/>
            <a:ext cx="3430905" cy="762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01.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指针类型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只需要记住：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unsigned 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是特殊类型；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其它都是一般类型；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它们都是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指针变量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，指针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地址；但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一般类型的打印是地址；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特殊类型的打印是字符串</a:t>
            </a: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流程图: 终止 12"/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/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/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1749E05-0D8A-E234-3572-C7CE86247C07}"/>
              </a:ext>
            </a:extLst>
          </p:cNvPr>
          <p:cNvSpPr txBox="1"/>
          <p:nvPr/>
        </p:nvSpPr>
        <p:spPr>
          <a:xfrm>
            <a:off x="836554" y="1347614"/>
            <a:ext cx="4239501" cy="301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问：指针变量大小是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字节</a:t>
            </a:r>
            <a:r>
              <a:rPr lang="en-US" altLang="zh-CN" sz="1400" dirty="0">
                <a:latin typeface="+mj-ea"/>
                <a:ea typeface="+mj-ea"/>
              </a:rPr>
              <a:t>?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问：基类型为 </a:t>
            </a:r>
            <a:r>
              <a:rPr lang="en-US" altLang="zh-CN" sz="1400" dirty="0">
                <a:latin typeface="+mj-ea"/>
                <a:ea typeface="+mj-ea"/>
              </a:rPr>
              <a:t>T </a:t>
            </a:r>
            <a:r>
              <a:rPr lang="zh-CN" altLang="en-US" sz="1400" dirty="0">
                <a:latin typeface="+mj-ea"/>
                <a:ea typeface="+mj-ea"/>
              </a:rPr>
              <a:t>的指针变量 </a:t>
            </a:r>
            <a:r>
              <a:rPr lang="en-US" altLang="zh-CN" sz="1400" dirty="0">
                <a:latin typeface="+mj-ea"/>
                <a:ea typeface="+mj-ea"/>
              </a:rPr>
              <a:t>p</a:t>
            </a:r>
            <a:r>
              <a:rPr lang="zh-CN" altLang="en-US" sz="1400" dirty="0">
                <a:latin typeface="+mj-ea"/>
                <a:ea typeface="+mj-ea"/>
              </a:rPr>
              <a:t>，</a:t>
            </a:r>
            <a:r>
              <a:rPr lang="en-US" altLang="zh-CN" sz="1400" dirty="0" err="1">
                <a:latin typeface="+mj-ea"/>
                <a:ea typeface="+mj-ea"/>
              </a:rPr>
              <a:t>p+m</a:t>
            </a:r>
            <a:r>
              <a:rPr lang="en-US" altLang="zh-CN" sz="1400" dirty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这个地址实际上相对于 </a:t>
            </a:r>
            <a:r>
              <a:rPr lang="en-US" altLang="zh-CN" sz="1400" dirty="0">
                <a:latin typeface="+mj-ea"/>
                <a:ea typeface="+mj-ea"/>
              </a:rPr>
              <a:t>p </a:t>
            </a:r>
            <a:r>
              <a:rPr lang="zh-CN" altLang="en-US" sz="1400" dirty="0">
                <a:latin typeface="+mj-ea"/>
                <a:ea typeface="+mj-ea"/>
              </a:rPr>
              <a:t>地址数值上增加了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 </a:t>
            </a:r>
            <a:r>
              <a:rPr lang="zh-CN" altLang="en-US" sz="1400" dirty="0">
                <a:latin typeface="+mj-ea"/>
                <a:ea typeface="+mj-ea"/>
              </a:rPr>
              <a:t>型变量 </a:t>
            </a:r>
            <a:r>
              <a:rPr lang="en-US" altLang="zh-CN" sz="1400" dirty="0">
                <a:latin typeface="+mj-ea"/>
                <a:ea typeface="+mj-ea"/>
              </a:rPr>
              <a:t>a </a:t>
            </a:r>
            <a:r>
              <a:rPr lang="zh-CN" altLang="en-US" sz="1400" dirty="0">
                <a:latin typeface="+mj-ea"/>
                <a:ea typeface="+mj-ea"/>
              </a:rPr>
              <a:t>占了 </a:t>
            </a:r>
            <a:r>
              <a:rPr lang="en-US" altLang="zh-CN" sz="1400" dirty="0">
                <a:latin typeface="+mj-ea"/>
                <a:ea typeface="+mj-ea"/>
              </a:rPr>
              <a:t>2002~2005 </a:t>
            </a:r>
            <a:r>
              <a:rPr lang="zh-CN" altLang="en-US" sz="1400" dirty="0">
                <a:latin typeface="+mj-ea"/>
                <a:ea typeface="+mj-ea"/>
              </a:rPr>
              <a:t>的四字节空间，则 </a:t>
            </a:r>
            <a:r>
              <a:rPr lang="en-US" altLang="zh-CN" sz="1400" dirty="0">
                <a:latin typeface="+mj-ea"/>
                <a:ea typeface="+mj-ea"/>
              </a:rPr>
              <a:t>&amp;a </a:t>
            </a:r>
            <a:r>
              <a:rPr lang="zh-CN" altLang="en-US" sz="1400" dirty="0">
                <a:latin typeface="+mj-ea"/>
                <a:ea typeface="+mj-ea"/>
              </a:rPr>
              <a:t>打印的值是</a:t>
            </a:r>
            <a:r>
              <a:rPr lang="en-US" altLang="zh-CN" sz="1400" dirty="0">
                <a:latin typeface="+mj-ea"/>
                <a:ea typeface="+mj-ea"/>
              </a:rPr>
              <a:t>(</a:t>
            </a:r>
            <a:r>
              <a:rPr lang="zh-CN" altLang="en-US" sz="1400" dirty="0">
                <a:latin typeface="+mj-ea"/>
                <a:ea typeface="+mj-ea"/>
              </a:rPr>
              <a:t>十进制</a:t>
            </a:r>
            <a:r>
              <a:rPr lang="en-US" altLang="zh-CN" sz="1400" dirty="0">
                <a:latin typeface="+mj-ea"/>
                <a:ea typeface="+mj-ea"/>
              </a:rPr>
              <a:t>)____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2C15-E67A-3EF4-1BAE-544AD41A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>
            <a:extLst>
              <a:ext uri="{FF2B5EF4-FFF2-40B4-BE49-F238E27FC236}">
                <a16:creationId xmlns:a16="http://schemas.microsoft.com/office/drawing/2014/main" id="{61048672-A277-378F-D20A-78BF12082A5D}"/>
              </a:ext>
            </a:extLst>
          </p:cNvPr>
          <p:cNvSpPr txBox="1"/>
          <p:nvPr/>
        </p:nvSpPr>
        <p:spPr>
          <a:xfrm>
            <a:off x="5375275" y="1069975"/>
            <a:ext cx="3430905" cy="762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01.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指针类型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F8BF3B00-8D6E-5777-6200-75F37D855A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只需要记住：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unsigned 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是特殊类型；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其它都是一般类型；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它们都是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指针变量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，指针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地址；但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一般类型的打印是地址；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特殊类型的打印是字符串</a:t>
            </a: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0613BCCB-9360-0CE4-41E5-0BB946DC4FFF}"/>
              </a:ext>
            </a:extLst>
          </p:cNvPr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>
            <a:extLst>
              <a:ext uri="{FF2B5EF4-FFF2-40B4-BE49-F238E27FC236}">
                <a16:creationId xmlns:a16="http://schemas.microsoft.com/office/drawing/2014/main" id="{01F7AE5F-7B26-18CE-3770-9E84B39D4259}"/>
              </a:ext>
            </a:extLst>
          </p:cNvPr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>
            <a:extLst>
              <a:ext uri="{FF2B5EF4-FFF2-40B4-BE49-F238E27FC236}">
                <a16:creationId xmlns:a16="http://schemas.microsoft.com/office/drawing/2014/main" id="{433D860F-2491-16C4-7251-3B2972D76E3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3A9CD873-9751-ED0F-25C2-2326151297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290CC59-656C-29C0-D8D2-94F0ECE2D1AF}"/>
              </a:ext>
            </a:extLst>
          </p:cNvPr>
          <p:cNvSpPr txBox="1"/>
          <p:nvPr/>
        </p:nvSpPr>
        <p:spPr>
          <a:xfrm>
            <a:off x="836554" y="1347614"/>
            <a:ext cx="4239501" cy="1411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int* </a:t>
            </a:r>
            <a:r>
              <a:rPr lang="zh-CN" altLang="en-US" sz="1400" dirty="0">
                <a:latin typeface="+mj-ea"/>
                <a:ea typeface="+mj-ea"/>
              </a:rPr>
              <a:t>类型变量 </a:t>
            </a:r>
            <a:r>
              <a:rPr lang="en-US" altLang="zh-CN" sz="1400" dirty="0">
                <a:latin typeface="+mj-ea"/>
                <a:ea typeface="+mj-ea"/>
              </a:rPr>
              <a:t>p </a:t>
            </a:r>
            <a:r>
              <a:rPr lang="zh-CN" altLang="en-US" sz="1400" dirty="0">
                <a:latin typeface="+mj-ea"/>
                <a:ea typeface="+mj-ea"/>
              </a:rPr>
              <a:t>值为 </a:t>
            </a:r>
            <a:r>
              <a:rPr lang="en-US" altLang="zh-CN" sz="1400" dirty="0">
                <a:latin typeface="+mj-ea"/>
                <a:ea typeface="+mj-ea"/>
              </a:rPr>
              <a:t>2000(</a:t>
            </a:r>
            <a:r>
              <a:rPr lang="zh-CN" altLang="en-US" sz="1400" dirty="0">
                <a:latin typeface="+mj-ea"/>
                <a:ea typeface="+mj-ea"/>
              </a:rPr>
              <a:t>十进制</a:t>
            </a:r>
            <a:r>
              <a:rPr lang="en-US" altLang="zh-CN" sz="1400" dirty="0">
                <a:latin typeface="+mj-ea"/>
                <a:ea typeface="+mj-ea"/>
              </a:rPr>
              <a:t>)</a:t>
            </a:r>
            <a:r>
              <a:rPr lang="zh-CN" altLang="en-US" sz="1400" dirty="0">
                <a:latin typeface="+mj-ea"/>
                <a:ea typeface="+mj-ea"/>
              </a:rPr>
              <a:t>，</a:t>
            </a:r>
            <a:r>
              <a:rPr lang="en-US" altLang="zh-CN" sz="1400" dirty="0">
                <a:latin typeface="+mj-ea"/>
                <a:ea typeface="+mj-ea"/>
              </a:rPr>
              <a:t>2000~2004 </a:t>
            </a:r>
            <a:r>
              <a:rPr lang="zh-CN" altLang="en-US" sz="1400" dirty="0">
                <a:latin typeface="+mj-ea"/>
                <a:ea typeface="+mj-ea"/>
              </a:rPr>
              <a:t>内存情况如下所示，则 </a:t>
            </a:r>
            <a:r>
              <a:rPr lang="en-US" altLang="zh-CN" sz="1400" dirty="0">
                <a:latin typeface="+mj-ea"/>
                <a:ea typeface="+mj-ea"/>
              </a:rPr>
              <a:t>*p=____</a:t>
            </a:r>
            <a:r>
              <a:rPr lang="zh-CN" altLang="en-US" sz="1400" dirty="0">
                <a:latin typeface="+mj-ea"/>
                <a:ea typeface="+mj-ea"/>
              </a:rPr>
              <a:t>。如果是 </a:t>
            </a:r>
            <a:r>
              <a:rPr lang="en-US" altLang="zh-CN" sz="1400" dirty="0">
                <a:latin typeface="+mj-ea"/>
                <a:ea typeface="+mj-ea"/>
              </a:rPr>
              <a:t>unsigned int* </a:t>
            </a:r>
            <a:r>
              <a:rPr lang="zh-CN" altLang="en-US" sz="1400" dirty="0">
                <a:latin typeface="+mj-ea"/>
                <a:ea typeface="+mj-ea"/>
              </a:rPr>
              <a:t>呢？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6A4D8E-2DE8-6CE8-359D-60E23CCB6B5E}"/>
              </a:ext>
            </a:extLst>
          </p:cNvPr>
          <p:cNvSpPr/>
          <p:nvPr/>
        </p:nvSpPr>
        <p:spPr>
          <a:xfrm>
            <a:off x="1178207" y="3029633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0100 0000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2B4A0-6514-7662-15D0-95596F6B0BBA}"/>
              </a:ext>
            </a:extLst>
          </p:cNvPr>
          <p:cNvSpPr/>
          <p:nvPr/>
        </p:nvSpPr>
        <p:spPr>
          <a:xfrm>
            <a:off x="525308" y="3029633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2000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262BE-6708-531F-5F61-B418D262039A}"/>
              </a:ext>
            </a:extLst>
          </p:cNvPr>
          <p:cNvSpPr/>
          <p:nvPr/>
        </p:nvSpPr>
        <p:spPr>
          <a:xfrm>
            <a:off x="1178207" y="3389673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2B01DB-4812-41D1-2F99-8DEAF5192B67}"/>
              </a:ext>
            </a:extLst>
          </p:cNvPr>
          <p:cNvSpPr/>
          <p:nvPr/>
        </p:nvSpPr>
        <p:spPr>
          <a:xfrm>
            <a:off x="525308" y="3389673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2001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0759B6-F510-560B-CE99-CB7A5B3B75D2}"/>
              </a:ext>
            </a:extLst>
          </p:cNvPr>
          <p:cNvSpPr/>
          <p:nvPr/>
        </p:nvSpPr>
        <p:spPr>
          <a:xfrm>
            <a:off x="1178207" y="3749713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1111 1111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DFA615-85E4-CC27-2FE2-50E717EE3102}"/>
              </a:ext>
            </a:extLst>
          </p:cNvPr>
          <p:cNvSpPr/>
          <p:nvPr/>
        </p:nvSpPr>
        <p:spPr>
          <a:xfrm>
            <a:off x="525308" y="3749713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2002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C8CF6D-AA07-3AB5-6C31-5BBABE4ECEBC}"/>
              </a:ext>
            </a:extLst>
          </p:cNvPr>
          <p:cNvSpPr/>
          <p:nvPr/>
        </p:nvSpPr>
        <p:spPr>
          <a:xfrm>
            <a:off x="1178207" y="4109753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1111 1111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3DF13A-159D-6183-614B-A43AD33931D6}"/>
              </a:ext>
            </a:extLst>
          </p:cNvPr>
          <p:cNvSpPr/>
          <p:nvPr/>
        </p:nvSpPr>
        <p:spPr>
          <a:xfrm>
            <a:off x="525308" y="4109753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2003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3CA670-3974-D064-4AAB-A6762DE31168}"/>
              </a:ext>
            </a:extLst>
          </p:cNvPr>
          <p:cNvSpPr/>
          <p:nvPr/>
        </p:nvSpPr>
        <p:spPr>
          <a:xfrm>
            <a:off x="1178207" y="4469793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1100 1100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D4264D-85C8-98E9-868D-C6DE6CC9B118}"/>
              </a:ext>
            </a:extLst>
          </p:cNvPr>
          <p:cNvSpPr/>
          <p:nvPr/>
        </p:nvSpPr>
        <p:spPr>
          <a:xfrm>
            <a:off x="525308" y="4469793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2004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117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EA91-85AC-069B-19B5-2354AE74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>
            <a:extLst>
              <a:ext uri="{FF2B5EF4-FFF2-40B4-BE49-F238E27FC236}">
                <a16:creationId xmlns:a16="http://schemas.microsoft.com/office/drawing/2014/main" id="{BFC4EC4B-B3AB-71F9-B2C8-7D71B1301AC3}"/>
              </a:ext>
            </a:extLst>
          </p:cNvPr>
          <p:cNvSpPr txBox="1"/>
          <p:nvPr/>
        </p:nvSpPr>
        <p:spPr>
          <a:xfrm>
            <a:off x="5375275" y="1069975"/>
            <a:ext cx="3430905" cy="762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01.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指针类型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F0A3FC35-75F8-F5CB-2756-9C0C7A101FE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只需要记住：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unsigned 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是特殊类型；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其它都是一般类型；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它们都是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指针变量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，指针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地址；但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一般类型的打印是地址；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特殊类型的打印是字符串</a:t>
            </a: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7FF5B7F9-563A-7151-354D-E2DA762C663B}"/>
              </a:ext>
            </a:extLst>
          </p:cNvPr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>
            <a:extLst>
              <a:ext uri="{FF2B5EF4-FFF2-40B4-BE49-F238E27FC236}">
                <a16:creationId xmlns:a16="http://schemas.microsoft.com/office/drawing/2014/main" id="{FDC7367F-A60D-AA2B-827B-B3228E17504E}"/>
              </a:ext>
            </a:extLst>
          </p:cNvPr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>
            <a:extLst>
              <a:ext uri="{FF2B5EF4-FFF2-40B4-BE49-F238E27FC236}">
                <a16:creationId xmlns:a16="http://schemas.microsoft.com/office/drawing/2014/main" id="{1F57AA4E-3747-6146-64B9-F01E805AE2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1460BB2A-23CE-6C83-76DE-E4E8C97AE2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35E49D6-DE8E-30E4-12BF-404FF95B9B12}"/>
              </a:ext>
            </a:extLst>
          </p:cNvPr>
          <p:cNvSpPr txBox="1"/>
          <p:nvPr/>
        </p:nvSpPr>
        <p:spPr>
          <a:xfrm>
            <a:off x="836554" y="1347614"/>
            <a:ext cx="4239501" cy="341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char </a:t>
            </a:r>
            <a:r>
              <a:rPr lang="zh-CN" altLang="en-US" sz="1400" dirty="0">
                <a:latin typeface="+mj-ea"/>
                <a:ea typeface="+mj-ea"/>
              </a:rPr>
              <a:t>型变量 </a:t>
            </a:r>
            <a:r>
              <a:rPr lang="en-US" altLang="zh-CN" sz="1400" dirty="0">
                <a:latin typeface="+mj-ea"/>
                <a:ea typeface="+mj-ea"/>
              </a:rPr>
              <a:t>c </a:t>
            </a:r>
            <a:r>
              <a:rPr lang="zh-CN" altLang="en-US" sz="1400" dirty="0">
                <a:latin typeface="+mj-ea"/>
                <a:ea typeface="+mj-ea"/>
              </a:rPr>
              <a:t>占了 </a:t>
            </a:r>
            <a:r>
              <a:rPr lang="en-US" altLang="zh-CN" sz="1400" dirty="0">
                <a:latin typeface="+mj-ea"/>
                <a:ea typeface="+mj-ea"/>
              </a:rPr>
              <a:t>2000~2000 </a:t>
            </a:r>
            <a:r>
              <a:rPr lang="zh-CN" altLang="en-US" sz="1400" dirty="0">
                <a:latin typeface="+mj-ea"/>
                <a:ea typeface="+mj-ea"/>
              </a:rPr>
              <a:t>的一字节空间，则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&amp;c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char c[11] </a:t>
            </a:r>
            <a:r>
              <a:rPr lang="zh-CN" altLang="en-US" sz="1400" dirty="0">
                <a:latin typeface="+mj-ea"/>
                <a:ea typeface="+mj-ea"/>
              </a:rPr>
              <a:t>数组占了 </a:t>
            </a:r>
            <a:r>
              <a:rPr lang="en-US" altLang="zh-CN" sz="1400" dirty="0">
                <a:latin typeface="+mj-ea"/>
                <a:ea typeface="+mj-ea"/>
              </a:rPr>
              <a:t>2000~2010 </a:t>
            </a:r>
            <a:r>
              <a:rPr lang="zh-CN" altLang="en-US" sz="1400" dirty="0">
                <a:latin typeface="+mj-ea"/>
                <a:ea typeface="+mj-ea"/>
              </a:rPr>
              <a:t>的内存空间，初始化为：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char c[11] = "Tong\00065472";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c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&amp;c[5]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054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32F8-BB3A-589C-9A41-91301972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>
            <a:extLst>
              <a:ext uri="{FF2B5EF4-FFF2-40B4-BE49-F238E27FC236}">
                <a16:creationId xmlns:a16="http://schemas.microsoft.com/office/drawing/2014/main" id="{01CF0E89-F139-C509-E9D2-3954E8B330F2}"/>
              </a:ext>
            </a:extLst>
          </p:cNvPr>
          <p:cNvSpPr txBox="1"/>
          <p:nvPr/>
        </p:nvSpPr>
        <p:spPr>
          <a:xfrm>
            <a:off x="5375275" y="1069975"/>
            <a:ext cx="3430905" cy="762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01.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指针类型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501535D7-5883-4581-4987-3C46015CBE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只需要记住：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unsigned char*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是特殊类型；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其它都是一般类型；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它们都是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指针变量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，指针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地址；但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一般类型的打印是地址；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特殊类型的打印是字符串</a:t>
            </a:r>
            <a:r>
              <a:rPr lang="zh-CN" altLang="en-US" sz="1400" strike="noStrike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trike="noStrike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88DA315C-3E21-E6B9-D551-4EE09157945F}"/>
              </a:ext>
            </a:extLst>
          </p:cNvPr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>
            <a:extLst>
              <a:ext uri="{FF2B5EF4-FFF2-40B4-BE49-F238E27FC236}">
                <a16:creationId xmlns:a16="http://schemas.microsoft.com/office/drawing/2014/main" id="{670BA454-1B54-0962-D34F-414358C1FCD9}"/>
              </a:ext>
            </a:extLst>
          </p:cNvPr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>
            <a:extLst>
              <a:ext uri="{FF2B5EF4-FFF2-40B4-BE49-F238E27FC236}">
                <a16:creationId xmlns:a16="http://schemas.microsoft.com/office/drawing/2014/main" id="{BD873CE2-B3EC-3B1C-D0D5-13D7EC02834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A07C664C-A212-982D-18DA-90DDA3D99A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D1ADC48-16B1-C19A-0281-C112AD427795}"/>
              </a:ext>
            </a:extLst>
          </p:cNvPr>
          <p:cNvSpPr txBox="1"/>
          <p:nvPr/>
        </p:nvSpPr>
        <p:spPr>
          <a:xfrm>
            <a:off x="836554" y="1347614"/>
            <a:ext cx="4239501" cy="3735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char c[10] </a:t>
            </a:r>
            <a:r>
              <a:rPr lang="zh-CN" altLang="en-US" sz="1400" dirty="0">
                <a:latin typeface="+mj-ea"/>
                <a:ea typeface="+mj-ea"/>
              </a:rPr>
              <a:t>数组占了 </a:t>
            </a:r>
            <a:r>
              <a:rPr lang="en-US" altLang="zh-CN" sz="1400" dirty="0">
                <a:latin typeface="+mj-ea"/>
                <a:ea typeface="+mj-ea"/>
              </a:rPr>
              <a:t>2000~2009 </a:t>
            </a:r>
            <a:r>
              <a:rPr lang="zh-CN" altLang="en-US" sz="1400" dirty="0">
                <a:latin typeface="+mj-ea"/>
                <a:ea typeface="+mj-ea"/>
              </a:rPr>
              <a:t>的内存空间，初始化为：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char c[10] = {'</a:t>
            </a:r>
            <a:r>
              <a:rPr lang="en-US" altLang="zh-CN" sz="1400" dirty="0" err="1">
                <a:latin typeface="+mj-ea"/>
                <a:ea typeface="+mj-ea"/>
              </a:rPr>
              <a:t>T','o','n','g</a:t>
            </a:r>
            <a:r>
              <a:rPr lang="en-US" altLang="zh-CN" sz="1400" dirty="0">
                <a:latin typeface="+mj-ea"/>
                <a:ea typeface="+mj-ea"/>
              </a:rPr>
              <a:t>','\0','6','5','4','7','2'};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&lt;&lt;c </a:t>
            </a:r>
            <a:r>
              <a:rPr lang="zh-CN" altLang="en-US" sz="1400" dirty="0">
                <a:latin typeface="+mj-ea"/>
                <a:ea typeface="+mj-ea"/>
              </a:rPr>
              <a:t>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&lt;&lt;&amp;c[5] </a:t>
            </a:r>
            <a:r>
              <a:rPr lang="zh-CN" altLang="en-US" sz="1400" dirty="0">
                <a:latin typeface="+mj-ea"/>
                <a:ea typeface="+mj-ea"/>
              </a:rPr>
              <a:t>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 c[6] </a:t>
            </a:r>
            <a:r>
              <a:rPr lang="zh-CN" altLang="en-US" sz="1400" dirty="0">
                <a:latin typeface="+mj-ea"/>
                <a:ea typeface="+mj-ea"/>
              </a:rPr>
              <a:t>数组占了 </a:t>
            </a:r>
            <a:r>
              <a:rPr lang="en-US" altLang="zh-CN" sz="1400" dirty="0">
                <a:latin typeface="+mj-ea"/>
                <a:ea typeface="+mj-ea"/>
              </a:rPr>
              <a:t>2000~2005 </a:t>
            </a:r>
            <a:r>
              <a:rPr lang="zh-CN" altLang="en-US" sz="1400" dirty="0">
                <a:latin typeface="+mj-ea"/>
                <a:ea typeface="+mj-ea"/>
              </a:rPr>
              <a:t>的内存空间，初始化为：</a:t>
            </a:r>
            <a:r>
              <a:rPr lang="en-US" altLang="zh-CN" sz="1400" dirty="0">
                <a:latin typeface="+mj-ea"/>
                <a:ea typeface="+mj-ea"/>
              </a:rPr>
              <a:t>int c[6] = {6,5,4,7,2};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&lt;&lt;c </a:t>
            </a:r>
            <a:r>
              <a:rPr lang="zh-CN" altLang="en-US" sz="1400" dirty="0">
                <a:latin typeface="+mj-ea"/>
                <a:ea typeface="+mj-ea"/>
              </a:rPr>
              <a:t>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&lt;&lt;&amp;c[5]</a:t>
            </a:r>
            <a:r>
              <a:rPr lang="zh-CN" altLang="en-US" sz="1400" dirty="0">
                <a:latin typeface="+mj-ea"/>
                <a:ea typeface="+mj-ea"/>
              </a:rPr>
              <a:t> 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8264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E4F5-1027-388D-2C80-600AC535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>
            <a:extLst>
              <a:ext uri="{FF2B5EF4-FFF2-40B4-BE49-F238E27FC236}">
                <a16:creationId xmlns:a16="http://schemas.microsoft.com/office/drawing/2014/main" id="{2DED8B73-252F-68DE-79CB-AA58F91D4268}"/>
              </a:ext>
            </a:extLst>
          </p:cNvPr>
          <p:cNvSpPr txBox="1"/>
          <p:nvPr/>
        </p:nvSpPr>
        <p:spPr>
          <a:xfrm>
            <a:off x="5375275" y="1069975"/>
            <a:ext cx="3430905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02.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指针转换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834BF265-AE4A-4B95-864D-D8BA330E728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指针间可以强制类型转换：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地址的值不变，只改变基类型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方式：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p; (T*)(p);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将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转为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T*</a:t>
            </a: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C++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方式：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p; </a:t>
            </a: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chemeClr val="bg1">
                    <a:lumMod val="8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reinterpret_cast(T*)(p);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将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转为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T*</a:t>
            </a: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43D1E5D4-39D7-86CF-229C-8572FFA40AE7}"/>
              </a:ext>
            </a:extLst>
          </p:cNvPr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>
            <a:extLst>
              <a:ext uri="{FF2B5EF4-FFF2-40B4-BE49-F238E27FC236}">
                <a16:creationId xmlns:a16="http://schemas.microsoft.com/office/drawing/2014/main" id="{92B04856-5842-C3D0-35D4-AA74F4743996}"/>
              </a:ext>
            </a:extLst>
          </p:cNvPr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>
            <a:extLst>
              <a:ext uri="{FF2B5EF4-FFF2-40B4-BE49-F238E27FC236}">
                <a16:creationId xmlns:a16="http://schemas.microsoft.com/office/drawing/2014/main" id="{8276DBC2-ED10-B27E-9B7A-76AFE54BCD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4012B94A-7A97-F386-9F46-0E4FA37B8D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C593315-ECE9-ADF7-8796-05D9D90B471D}"/>
              </a:ext>
            </a:extLst>
          </p:cNvPr>
          <p:cNvSpPr txBox="1"/>
          <p:nvPr/>
        </p:nvSpPr>
        <p:spPr>
          <a:xfrm>
            <a:off x="836554" y="1347614"/>
            <a:ext cx="4239501" cy="3088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问：一个指针变量 </a:t>
            </a:r>
            <a:r>
              <a:rPr lang="en-US" altLang="zh-CN" sz="1400" dirty="0">
                <a:latin typeface="+mj-ea"/>
                <a:ea typeface="+mj-ea"/>
              </a:rPr>
              <a:t>p = 2000</a:t>
            </a:r>
            <a:r>
              <a:rPr lang="zh-CN" altLang="en-US" sz="1400" dirty="0">
                <a:latin typeface="+mj-ea"/>
                <a:ea typeface="+mj-ea"/>
              </a:rPr>
              <a:t>，</a:t>
            </a:r>
            <a:r>
              <a:rPr lang="en-US" altLang="zh-CN" sz="1400" dirty="0">
                <a:latin typeface="+mj-ea"/>
                <a:ea typeface="+mj-ea"/>
              </a:rPr>
              <a:t>2000~2007 </a:t>
            </a:r>
            <a:r>
              <a:rPr lang="zh-CN" altLang="en-US" sz="1400" dirty="0">
                <a:latin typeface="+mj-ea"/>
                <a:ea typeface="+mj-ea"/>
              </a:rPr>
              <a:t>内存中的二进制如下所示，考虑四种情况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zh-CN" altLang="en-US" sz="1400" dirty="0">
                <a:latin typeface="+mj-ea"/>
                <a:ea typeface="+mj-ea"/>
              </a:rPr>
              <a:t>若 </a:t>
            </a:r>
            <a:r>
              <a:rPr lang="en-US" altLang="zh-CN" sz="1400" dirty="0" err="1">
                <a:latin typeface="+mj-ea"/>
                <a:ea typeface="+mj-ea"/>
              </a:rPr>
              <a:t>typeid</a:t>
            </a:r>
            <a:r>
              <a:rPr lang="en-US" altLang="zh-CN" sz="1400" dirty="0">
                <a:latin typeface="+mj-ea"/>
                <a:ea typeface="+mj-ea"/>
              </a:rPr>
              <a:t>(p).name() = short*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zh-CN" altLang="en-US" sz="1400" dirty="0">
                <a:latin typeface="+mj-ea"/>
                <a:ea typeface="+mj-ea"/>
              </a:rPr>
              <a:t>若 </a:t>
            </a:r>
            <a:r>
              <a:rPr lang="en-US" altLang="zh-CN" sz="1400" dirty="0" err="1">
                <a:latin typeface="+mj-ea"/>
                <a:ea typeface="+mj-ea"/>
              </a:rPr>
              <a:t>typeid</a:t>
            </a:r>
            <a:r>
              <a:rPr lang="en-US" altLang="zh-CN" sz="1400" dirty="0">
                <a:latin typeface="+mj-ea"/>
                <a:ea typeface="+mj-ea"/>
              </a:rPr>
              <a:t>(p).name() = int*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zh-CN" altLang="en-US" sz="1400" dirty="0">
                <a:latin typeface="+mj-ea"/>
                <a:ea typeface="+mj-ea"/>
              </a:rPr>
              <a:t>若 </a:t>
            </a:r>
            <a:r>
              <a:rPr lang="en-US" altLang="zh-CN" sz="1400" dirty="0" err="1">
                <a:latin typeface="+mj-ea"/>
                <a:ea typeface="+mj-ea"/>
              </a:rPr>
              <a:t>typeid</a:t>
            </a:r>
            <a:r>
              <a:rPr lang="en-US" altLang="zh-CN" sz="1400" dirty="0">
                <a:latin typeface="+mj-ea"/>
                <a:ea typeface="+mj-ea"/>
              </a:rPr>
              <a:t>(p).name() = char*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zh-CN" altLang="en-US" sz="1400" dirty="0">
                <a:latin typeface="+mj-ea"/>
                <a:ea typeface="+mj-ea"/>
              </a:rPr>
              <a:t>若 </a:t>
            </a:r>
            <a:r>
              <a:rPr lang="en-US" altLang="zh-CN" sz="1400" dirty="0" err="1">
                <a:latin typeface="+mj-ea"/>
                <a:ea typeface="+mj-ea"/>
              </a:rPr>
              <a:t>typeid</a:t>
            </a:r>
            <a:r>
              <a:rPr lang="en-US" altLang="zh-CN" sz="1400" dirty="0">
                <a:latin typeface="+mj-ea"/>
                <a:ea typeface="+mj-ea"/>
              </a:rPr>
              <a:t>(p).name() = double*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给出四种情况下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*p </a:t>
            </a:r>
            <a:r>
              <a:rPr lang="zh-CN" altLang="en-US" sz="1400" dirty="0">
                <a:latin typeface="+mj-ea"/>
                <a:ea typeface="+mj-ea"/>
              </a:rPr>
              <a:t>的打印结果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1C68E9-9A3D-8897-5D7F-98597B209B6B}"/>
              </a:ext>
            </a:extLst>
          </p:cNvPr>
          <p:cNvSpPr/>
          <p:nvPr/>
        </p:nvSpPr>
        <p:spPr>
          <a:xfrm>
            <a:off x="5496632" y="364864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0101 0000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C90C13-5CA5-A195-A40C-D5D70148CE47}"/>
              </a:ext>
            </a:extLst>
          </p:cNvPr>
          <p:cNvSpPr/>
          <p:nvPr/>
        </p:nvSpPr>
        <p:spPr>
          <a:xfrm>
            <a:off x="4843733" y="364864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2000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5AFDD9-E22A-4CBF-25F2-7B1896CB2468}"/>
              </a:ext>
            </a:extLst>
          </p:cNvPr>
          <p:cNvSpPr/>
          <p:nvPr/>
        </p:nvSpPr>
        <p:spPr>
          <a:xfrm>
            <a:off x="5496632" y="400868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1111 1111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E1B6F1-98C6-7B3A-3C90-29D0476D816A}"/>
              </a:ext>
            </a:extLst>
          </p:cNvPr>
          <p:cNvSpPr/>
          <p:nvPr/>
        </p:nvSpPr>
        <p:spPr>
          <a:xfrm>
            <a:off x="4843733" y="400868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2001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44D76A-A94C-663A-7411-017D655F671D}"/>
              </a:ext>
            </a:extLst>
          </p:cNvPr>
          <p:cNvSpPr/>
          <p:nvPr/>
        </p:nvSpPr>
        <p:spPr>
          <a:xfrm>
            <a:off x="5496632" y="436872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569EC6-E8DC-B4DA-CB90-D31DB4008B86}"/>
              </a:ext>
            </a:extLst>
          </p:cNvPr>
          <p:cNvSpPr/>
          <p:nvPr/>
        </p:nvSpPr>
        <p:spPr>
          <a:xfrm>
            <a:off x="4843733" y="436872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2002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477A49-A763-7B72-D63F-77D177D116D3}"/>
              </a:ext>
            </a:extLst>
          </p:cNvPr>
          <p:cNvSpPr/>
          <p:nvPr/>
        </p:nvSpPr>
        <p:spPr>
          <a:xfrm>
            <a:off x="5496632" y="472876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A6F6DF-A406-83B1-64C8-C2B60B6D5782}"/>
              </a:ext>
            </a:extLst>
          </p:cNvPr>
          <p:cNvSpPr/>
          <p:nvPr/>
        </p:nvSpPr>
        <p:spPr>
          <a:xfrm>
            <a:off x="4843733" y="472876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2003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CFCE2E-41DD-5663-75B4-6CC53F1CD78F}"/>
              </a:ext>
            </a:extLst>
          </p:cNvPr>
          <p:cNvSpPr/>
          <p:nvPr/>
        </p:nvSpPr>
        <p:spPr>
          <a:xfrm>
            <a:off x="7609772" y="364864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0100 0000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17F4D5-0F69-87C3-A2F8-1E5F30C519AF}"/>
              </a:ext>
            </a:extLst>
          </p:cNvPr>
          <p:cNvSpPr/>
          <p:nvPr/>
        </p:nvSpPr>
        <p:spPr>
          <a:xfrm>
            <a:off x="6956873" y="364864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2000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A3550E-4967-6103-F25D-D0F6707AE651}"/>
              </a:ext>
            </a:extLst>
          </p:cNvPr>
          <p:cNvSpPr/>
          <p:nvPr/>
        </p:nvSpPr>
        <p:spPr>
          <a:xfrm>
            <a:off x="7609772" y="400868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8999BE-FA5F-4323-04F4-AF6121F7733C}"/>
              </a:ext>
            </a:extLst>
          </p:cNvPr>
          <p:cNvSpPr/>
          <p:nvPr/>
        </p:nvSpPr>
        <p:spPr>
          <a:xfrm>
            <a:off x="6956873" y="400868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2001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E88211-5AA4-C2A4-BA20-A7592D73BE3C}"/>
              </a:ext>
            </a:extLst>
          </p:cNvPr>
          <p:cNvSpPr/>
          <p:nvPr/>
        </p:nvSpPr>
        <p:spPr>
          <a:xfrm>
            <a:off x="7609772" y="436872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0001 0000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FF9D0E-06BC-8A15-3528-86D8D4F60921}"/>
              </a:ext>
            </a:extLst>
          </p:cNvPr>
          <p:cNvSpPr/>
          <p:nvPr/>
        </p:nvSpPr>
        <p:spPr>
          <a:xfrm>
            <a:off x="6956873" y="436872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2002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5994F0-EA40-1F0D-89B2-3274744F7C9D}"/>
              </a:ext>
            </a:extLst>
          </p:cNvPr>
          <p:cNvSpPr/>
          <p:nvPr/>
        </p:nvSpPr>
        <p:spPr>
          <a:xfrm>
            <a:off x="7609772" y="472876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4A48E9-8832-2D10-F6F3-5A81E14DE117}"/>
              </a:ext>
            </a:extLst>
          </p:cNvPr>
          <p:cNvSpPr/>
          <p:nvPr/>
        </p:nvSpPr>
        <p:spPr>
          <a:xfrm>
            <a:off x="6956873" y="472876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2003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083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DDAD-2268-422E-0C9B-3E7DAEF22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>
            <a:extLst>
              <a:ext uri="{FF2B5EF4-FFF2-40B4-BE49-F238E27FC236}">
                <a16:creationId xmlns:a16="http://schemas.microsoft.com/office/drawing/2014/main" id="{8F4CB205-EE77-BB38-0DA0-2180BAB029BB}"/>
              </a:ext>
            </a:extLst>
          </p:cNvPr>
          <p:cNvSpPr txBox="1"/>
          <p:nvPr/>
        </p:nvSpPr>
        <p:spPr>
          <a:xfrm>
            <a:off x="5375275" y="1069975"/>
            <a:ext cx="3430905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4400" dirty="0">
                <a:solidFill>
                  <a:srgbClr val="FFE0B2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02.</a:t>
            </a:r>
            <a:r>
              <a:rPr lang="en-US" altLang="zh-CN" sz="4400" dirty="0">
                <a:solidFill>
                  <a:srgbClr val="FFE0B2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 </a:t>
            </a:r>
            <a:r>
              <a:rPr lang="zh-CN" altLang="en-US" sz="3200" dirty="0">
                <a:latin typeface="方正清刻本悦宋简体" panose="02000000000000000000" charset="-122"/>
                <a:ea typeface="方正清刻本悦宋简体" panose="02000000000000000000" charset="-122"/>
              </a:rPr>
              <a:t>指针转换</a:t>
            </a:r>
            <a:endParaRPr lang="en-US" altLang="zh-CN" sz="3200" dirty="0"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2A4B5887-10C8-AB87-3D89-07A80DC6B77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9838" y="1923678"/>
            <a:ext cx="3197225" cy="18716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指针间可以强制类型转换：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FF0000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地址的值不变，只改变基类型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spc="50" noProof="1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方式：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p; (T*)(p);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将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转为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T*</a:t>
            </a: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C++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方式：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p; </a:t>
            </a:r>
          </a:p>
          <a:p>
            <a:pPr algn="just" fontAlgn="base">
              <a:lnSpc>
                <a:spcPct val="150000"/>
              </a:lnSpc>
            </a:pP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chemeClr val="bg1">
                    <a:lumMod val="8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reinterpret_cast(T*)(p);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将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H* </a:t>
            </a:r>
            <a:r>
              <a:rPr lang="zh-CN" altLang="en-US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转为 </a:t>
            </a:r>
            <a:r>
              <a:rPr lang="en-US" altLang="zh-CN" sz="1400" spc="50" noProof="1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T*</a:t>
            </a: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61FEEBE9-2A54-7320-0B8B-A5CCBCD25A97}"/>
              </a:ext>
            </a:extLst>
          </p:cNvPr>
          <p:cNvSpPr/>
          <p:nvPr/>
        </p:nvSpPr>
        <p:spPr>
          <a:xfrm rot="2100000">
            <a:off x="3271507" y="4940527"/>
            <a:ext cx="2474913" cy="76517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流程图: 终止 7">
            <a:extLst>
              <a:ext uri="{FF2B5EF4-FFF2-40B4-BE49-F238E27FC236}">
                <a16:creationId xmlns:a16="http://schemas.microsoft.com/office/drawing/2014/main" id="{EB694D74-4649-C7B8-30DB-9DA4942D6C66}"/>
              </a:ext>
            </a:extLst>
          </p:cNvPr>
          <p:cNvSpPr/>
          <p:nvPr/>
        </p:nvSpPr>
        <p:spPr>
          <a:xfrm rot="2100000">
            <a:off x="4797781" y="5061175"/>
            <a:ext cx="2227263" cy="523875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8873" name="任意多边形: 形状 18872">
            <a:extLst>
              <a:ext uri="{FF2B5EF4-FFF2-40B4-BE49-F238E27FC236}">
                <a16:creationId xmlns:a16="http://schemas.microsoft.com/office/drawing/2014/main" id="{68A6B317-3FB2-9AC0-C272-D72AD778B56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32834"/>
            <a:ext cx="2880320" cy="1419622"/>
          </a:xfrm>
          <a:custGeom>
            <a:avLst/>
            <a:gdLst>
              <a:gd name="connsiteX0" fmla="*/ 1327874 w 7678059"/>
              <a:gd name="connsiteY0" fmla="*/ 6846357 h 6858000"/>
              <a:gd name="connsiteX1" fmla="*/ 1342006 w 7678059"/>
              <a:gd name="connsiteY1" fmla="*/ 6850672 h 6858000"/>
              <a:gd name="connsiteX2" fmla="*/ 1342248 w 7678059"/>
              <a:gd name="connsiteY2" fmla="*/ 6850551 h 6858000"/>
              <a:gd name="connsiteX3" fmla="*/ 1349971 w 7678059"/>
              <a:gd name="connsiteY3" fmla="*/ 6857109 h 6858000"/>
              <a:gd name="connsiteX4" fmla="*/ 1349821 w 7678059"/>
              <a:gd name="connsiteY4" fmla="*/ 6858000 h 6858000"/>
              <a:gd name="connsiteX5" fmla="*/ 1337234 w 7678059"/>
              <a:gd name="connsiteY5" fmla="*/ 6858000 h 6858000"/>
              <a:gd name="connsiteX6" fmla="*/ 1330211 w 7678059"/>
              <a:gd name="connsiteY6" fmla="*/ 6854712 h 6858000"/>
              <a:gd name="connsiteX7" fmla="*/ 1327874 w 7678059"/>
              <a:gd name="connsiteY7" fmla="*/ 6846357 h 6858000"/>
              <a:gd name="connsiteX8" fmla="*/ 1350273 w 7678059"/>
              <a:gd name="connsiteY8" fmla="*/ 6807076 h 6858000"/>
              <a:gd name="connsiteX9" fmla="*/ 1348475 w 7678059"/>
              <a:gd name="connsiteY9" fmla="*/ 6840009 h 6858000"/>
              <a:gd name="connsiteX10" fmla="*/ 1348475 w 7678059"/>
              <a:gd name="connsiteY10" fmla="*/ 6840729 h 6858000"/>
              <a:gd name="connsiteX11" fmla="*/ 1350273 w 7678059"/>
              <a:gd name="connsiteY11" fmla="*/ 6807076 h 6858000"/>
              <a:gd name="connsiteX12" fmla="*/ 1407393 w 7678059"/>
              <a:gd name="connsiteY12" fmla="*/ 6745279 h 6858000"/>
              <a:gd name="connsiteX13" fmla="*/ 1330149 w 7678059"/>
              <a:gd name="connsiteY13" fmla="*/ 6793181 h 6858000"/>
              <a:gd name="connsiteX14" fmla="*/ 1407393 w 7678059"/>
              <a:gd name="connsiteY14" fmla="*/ 6745279 h 6858000"/>
              <a:gd name="connsiteX15" fmla="*/ 1717803 w 7678059"/>
              <a:gd name="connsiteY15" fmla="*/ 6647318 h 6858000"/>
              <a:gd name="connsiteX16" fmla="*/ 1702834 w 7678059"/>
              <a:gd name="connsiteY16" fmla="*/ 6683246 h 6858000"/>
              <a:gd name="connsiteX17" fmla="*/ 1687387 w 7678059"/>
              <a:gd name="connsiteY17" fmla="*/ 6699176 h 6858000"/>
              <a:gd name="connsiteX18" fmla="*/ 1717803 w 7678059"/>
              <a:gd name="connsiteY18" fmla="*/ 6647318 h 6858000"/>
              <a:gd name="connsiteX19" fmla="*/ 1660084 w 7678059"/>
              <a:gd name="connsiteY19" fmla="*/ 6600852 h 6858000"/>
              <a:gd name="connsiteX20" fmla="*/ 1650261 w 7678059"/>
              <a:gd name="connsiteY20" fmla="*/ 6642529 h 6858000"/>
              <a:gd name="connsiteX21" fmla="*/ 1660084 w 7678059"/>
              <a:gd name="connsiteY21" fmla="*/ 6601334 h 6858000"/>
              <a:gd name="connsiteX22" fmla="*/ 1867618 w 7678059"/>
              <a:gd name="connsiteY22" fmla="*/ 6598339 h 6858000"/>
              <a:gd name="connsiteX23" fmla="*/ 1847982 w 7678059"/>
              <a:gd name="connsiteY23" fmla="*/ 6682168 h 6858000"/>
              <a:gd name="connsiteX24" fmla="*/ 1791457 w 7678059"/>
              <a:gd name="connsiteY24" fmla="*/ 6719411 h 6858000"/>
              <a:gd name="connsiteX25" fmla="*/ 1867618 w 7678059"/>
              <a:gd name="connsiteY25" fmla="*/ 6598339 h 6858000"/>
              <a:gd name="connsiteX26" fmla="*/ 1321288 w 7678059"/>
              <a:gd name="connsiteY26" fmla="*/ 6587323 h 6858000"/>
              <a:gd name="connsiteX27" fmla="*/ 1339731 w 7678059"/>
              <a:gd name="connsiteY27" fmla="*/ 6602890 h 6858000"/>
              <a:gd name="connsiteX28" fmla="*/ 1321288 w 7678059"/>
              <a:gd name="connsiteY28" fmla="*/ 6587323 h 6858000"/>
              <a:gd name="connsiteX29" fmla="*/ 1779238 w 7678059"/>
              <a:gd name="connsiteY29" fmla="*/ 6573669 h 6858000"/>
              <a:gd name="connsiteX30" fmla="*/ 1722953 w 7678059"/>
              <a:gd name="connsiteY30" fmla="*/ 6642051 h 6858000"/>
              <a:gd name="connsiteX31" fmla="*/ 1743551 w 7678059"/>
              <a:gd name="connsiteY31" fmla="*/ 6631272 h 6858000"/>
              <a:gd name="connsiteX32" fmla="*/ 1733491 w 7678059"/>
              <a:gd name="connsiteY32" fmla="*/ 6652231 h 6858000"/>
              <a:gd name="connsiteX33" fmla="*/ 1779238 w 7678059"/>
              <a:gd name="connsiteY33" fmla="*/ 6573669 h 6858000"/>
              <a:gd name="connsiteX34" fmla="*/ 1369176 w 7678059"/>
              <a:gd name="connsiteY34" fmla="*/ 6551162 h 6858000"/>
              <a:gd name="connsiteX35" fmla="*/ 1341114 w 7678059"/>
              <a:gd name="connsiteY35" fmla="*/ 6563790 h 6858000"/>
              <a:gd name="connsiteX36" fmla="*/ 1342248 w 7678059"/>
              <a:gd name="connsiteY36" fmla="*/ 6565290 h 6858000"/>
              <a:gd name="connsiteX37" fmla="*/ 1340575 w 7678059"/>
              <a:gd name="connsiteY37" fmla="*/ 6564031 h 6858000"/>
              <a:gd name="connsiteX38" fmla="*/ 1338054 w 7678059"/>
              <a:gd name="connsiteY38" fmla="*/ 6565165 h 6858000"/>
              <a:gd name="connsiteX39" fmla="*/ 1336951 w 7678059"/>
              <a:gd name="connsiteY39" fmla="*/ 6561303 h 6858000"/>
              <a:gd name="connsiteX40" fmla="*/ 1328236 w 7678059"/>
              <a:gd name="connsiteY40" fmla="*/ 6554752 h 6858000"/>
              <a:gd name="connsiteX41" fmla="*/ 1325564 w 7678059"/>
              <a:gd name="connsiteY41" fmla="*/ 6567070 h 6858000"/>
              <a:gd name="connsiteX42" fmla="*/ 1325602 w 7678059"/>
              <a:gd name="connsiteY42" fmla="*/ 6567923 h 6858000"/>
              <a:gd name="connsiteX43" fmla="*/ 1325395 w 7678059"/>
              <a:gd name="connsiteY43" fmla="*/ 6567846 h 6858000"/>
              <a:gd name="connsiteX44" fmla="*/ 1318685 w 7678059"/>
              <a:gd name="connsiteY44" fmla="*/ 6598791 h 6858000"/>
              <a:gd name="connsiteX45" fmla="*/ 1331710 w 7678059"/>
              <a:gd name="connsiteY45" fmla="*/ 6604088 h 6858000"/>
              <a:gd name="connsiteX46" fmla="*/ 1331231 w 7678059"/>
              <a:gd name="connsiteY46" fmla="*/ 6604088 h 6858000"/>
              <a:gd name="connsiteX47" fmla="*/ 1335929 w 7678059"/>
              <a:gd name="connsiteY47" fmla="*/ 6608959 h 6858000"/>
              <a:gd name="connsiteX48" fmla="*/ 1343041 w 7678059"/>
              <a:gd name="connsiteY48" fmla="*/ 6610855 h 6858000"/>
              <a:gd name="connsiteX49" fmla="*/ 1346445 w 7678059"/>
              <a:gd name="connsiteY49" fmla="*/ 6620044 h 6858000"/>
              <a:gd name="connsiteX50" fmla="*/ 1351605 w 7678059"/>
              <a:gd name="connsiteY50" fmla="*/ 6623208 h 6858000"/>
              <a:gd name="connsiteX51" fmla="*/ 1362513 w 7678059"/>
              <a:gd name="connsiteY51" fmla="*/ 6604037 h 6858000"/>
              <a:gd name="connsiteX52" fmla="*/ 1351432 w 7678059"/>
              <a:gd name="connsiteY52" fmla="*/ 6570789 h 6858000"/>
              <a:gd name="connsiteX53" fmla="*/ 1370564 w 7678059"/>
              <a:gd name="connsiteY53" fmla="*/ 6552304 h 6858000"/>
              <a:gd name="connsiteX54" fmla="*/ 1331399 w 7678059"/>
              <a:gd name="connsiteY54" fmla="*/ 6541740 h 6858000"/>
              <a:gd name="connsiteX55" fmla="*/ 1328283 w 7678059"/>
              <a:gd name="connsiteY55" fmla="*/ 6542986 h 6858000"/>
              <a:gd name="connsiteX56" fmla="*/ 1327813 w 7678059"/>
              <a:gd name="connsiteY56" fmla="*/ 6546201 h 6858000"/>
              <a:gd name="connsiteX57" fmla="*/ 1335558 w 7678059"/>
              <a:gd name="connsiteY57" fmla="*/ 6556441 h 6858000"/>
              <a:gd name="connsiteX58" fmla="*/ 1331395 w 7678059"/>
              <a:gd name="connsiteY58" fmla="*/ 6541904 h 6858000"/>
              <a:gd name="connsiteX59" fmla="*/ 1254173 w 7678059"/>
              <a:gd name="connsiteY59" fmla="*/ 6526151 h 6858000"/>
              <a:gd name="connsiteX60" fmla="*/ 1254345 w 7678059"/>
              <a:gd name="connsiteY60" fmla="*/ 6526246 h 6858000"/>
              <a:gd name="connsiteX61" fmla="*/ 1254397 w 7678059"/>
              <a:gd name="connsiteY61" fmla="*/ 6526198 h 6858000"/>
              <a:gd name="connsiteX62" fmla="*/ 1258668 w 7678059"/>
              <a:gd name="connsiteY62" fmla="*/ 6513398 h 6858000"/>
              <a:gd name="connsiteX63" fmla="*/ 1260952 w 7678059"/>
              <a:gd name="connsiteY63" fmla="*/ 6519863 h 6858000"/>
              <a:gd name="connsiteX64" fmla="*/ 1265245 w 7678059"/>
              <a:gd name="connsiteY64" fmla="*/ 6515708 h 6858000"/>
              <a:gd name="connsiteX65" fmla="*/ 1277602 w 7678059"/>
              <a:gd name="connsiteY65" fmla="*/ 6498032 h 6858000"/>
              <a:gd name="connsiteX66" fmla="*/ 1268835 w 7678059"/>
              <a:gd name="connsiteY66" fmla="*/ 6504571 h 6858000"/>
              <a:gd name="connsiteX67" fmla="*/ 1269831 w 7678059"/>
              <a:gd name="connsiteY67" fmla="*/ 6505937 h 6858000"/>
              <a:gd name="connsiteX68" fmla="*/ 1274852 w 7678059"/>
              <a:gd name="connsiteY68" fmla="*/ 6504407 h 6858000"/>
              <a:gd name="connsiteX69" fmla="*/ 1278210 w 7678059"/>
              <a:gd name="connsiteY69" fmla="*/ 6505416 h 6858000"/>
              <a:gd name="connsiteX70" fmla="*/ 1280360 w 7678059"/>
              <a:gd name="connsiteY70" fmla="*/ 6501144 h 6858000"/>
              <a:gd name="connsiteX71" fmla="*/ 1280416 w 7678059"/>
              <a:gd name="connsiteY71" fmla="*/ 6500450 h 6858000"/>
              <a:gd name="connsiteX72" fmla="*/ 1494337 w 7678059"/>
              <a:gd name="connsiteY72" fmla="*/ 6495031 h 6858000"/>
              <a:gd name="connsiteX73" fmla="*/ 1487033 w 7678059"/>
              <a:gd name="connsiteY73" fmla="*/ 6495106 h 6858000"/>
              <a:gd name="connsiteX74" fmla="*/ 1415177 w 7678059"/>
              <a:gd name="connsiteY74" fmla="*/ 6568880 h 6858000"/>
              <a:gd name="connsiteX75" fmla="*/ 1425719 w 7678059"/>
              <a:gd name="connsiteY75" fmla="*/ 6579056 h 6858000"/>
              <a:gd name="connsiteX76" fmla="*/ 1441045 w 7678059"/>
              <a:gd name="connsiteY76" fmla="*/ 6563247 h 6858000"/>
              <a:gd name="connsiteX77" fmla="*/ 1450984 w 7678059"/>
              <a:gd name="connsiteY77" fmla="*/ 6531991 h 6858000"/>
              <a:gd name="connsiteX78" fmla="*/ 1471944 w 7678059"/>
              <a:gd name="connsiteY78" fmla="*/ 6542055 h 6858000"/>
              <a:gd name="connsiteX79" fmla="*/ 1494337 w 7678059"/>
              <a:gd name="connsiteY79" fmla="*/ 6495031 h 6858000"/>
              <a:gd name="connsiteX80" fmla="*/ 1263271 w 7678059"/>
              <a:gd name="connsiteY80" fmla="*/ 6469074 h 6858000"/>
              <a:gd name="connsiteX81" fmla="*/ 1255768 w 7678059"/>
              <a:gd name="connsiteY81" fmla="*/ 6473737 h 6858000"/>
              <a:gd name="connsiteX82" fmla="*/ 1264392 w 7678059"/>
              <a:gd name="connsiteY82" fmla="*/ 6480525 h 6858000"/>
              <a:gd name="connsiteX83" fmla="*/ 1268835 w 7678059"/>
              <a:gd name="connsiteY83" fmla="*/ 6477504 h 6858000"/>
              <a:gd name="connsiteX84" fmla="*/ 2021869 w 7678059"/>
              <a:gd name="connsiteY84" fmla="*/ 6461096 h 6858000"/>
              <a:gd name="connsiteX85" fmla="*/ 1970731 w 7678059"/>
              <a:gd name="connsiteY85" fmla="*/ 6524091 h 6858000"/>
              <a:gd name="connsiteX86" fmla="*/ 2021869 w 7678059"/>
              <a:gd name="connsiteY86" fmla="*/ 6461096 h 6858000"/>
              <a:gd name="connsiteX87" fmla="*/ 2125696 w 7678059"/>
              <a:gd name="connsiteY87" fmla="*/ 6459540 h 6858000"/>
              <a:gd name="connsiteX88" fmla="*/ 2141505 w 7678059"/>
              <a:gd name="connsiteY88" fmla="*/ 6474871 h 6858000"/>
              <a:gd name="connsiteX89" fmla="*/ 2059952 w 7678059"/>
              <a:gd name="connsiteY89" fmla="*/ 6580017 h 6858000"/>
              <a:gd name="connsiteX90" fmla="*/ 2049530 w 7678059"/>
              <a:gd name="connsiteY90" fmla="*/ 6580017 h 6858000"/>
              <a:gd name="connsiteX91" fmla="*/ 2095397 w 7678059"/>
              <a:gd name="connsiteY91" fmla="*/ 6522056 h 6858000"/>
              <a:gd name="connsiteX92" fmla="*/ 2110728 w 7678059"/>
              <a:gd name="connsiteY92" fmla="*/ 6496067 h 6858000"/>
              <a:gd name="connsiteX93" fmla="*/ 2095160 w 7678059"/>
              <a:gd name="connsiteY93" fmla="*/ 6501575 h 6858000"/>
              <a:gd name="connsiteX94" fmla="*/ 2125696 w 7678059"/>
              <a:gd name="connsiteY94" fmla="*/ 6459540 h 6858000"/>
              <a:gd name="connsiteX95" fmla="*/ 1284101 w 7678059"/>
              <a:gd name="connsiteY95" fmla="*/ 6453019 h 6858000"/>
              <a:gd name="connsiteX96" fmla="*/ 1279279 w 7678059"/>
              <a:gd name="connsiteY96" fmla="*/ 6455226 h 6858000"/>
              <a:gd name="connsiteX97" fmla="*/ 1279602 w 7678059"/>
              <a:gd name="connsiteY97" fmla="*/ 6464794 h 6858000"/>
              <a:gd name="connsiteX98" fmla="*/ 1283597 w 7678059"/>
              <a:gd name="connsiteY98" fmla="*/ 6459540 h 6858000"/>
              <a:gd name="connsiteX99" fmla="*/ 1255543 w 7678059"/>
              <a:gd name="connsiteY99" fmla="*/ 6441033 h 6858000"/>
              <a:gd name="connsiteX100" fmla="*/ 1253505 w 7678059"/>
              <a:gd name="connsiteY100" fmla="*/ 6442059 h 6858000"/>
              <a:gd name="connsiteX101" fmla="*/ 1250109 w 7678059"/>
              <a:gd name="connsiteY101" fmla="*/ 6449334 h 6858000"/>
              <a:gd name="connsiteX102" fmla="*/ 1256974 w 7678059"/>
              <a:gd name="connsiteY102" fmla="*/ 6455437 h 6858000"/>
              <a:gd name="connsiteX103" fmla="*/ 1256862 w 7678059"/>
              <a:gd name="connsiteY103" fmla="*/ 6441580 h 6858000"/>
              <a:gd name="connsiteX104" fmla="*/ 1969054 w 7678059"/>
              <a:gd name="connsiteY104" fmla="*/ 6409484 h 6858000"/>
              <a:gd name="connsiteX105" fmla="*/ 1954085 w 7678059"/>
              <a:gd name="connsiteY105" fmla="*/ 6445407 h 6858000"/>
              <a:gd name="connsiteX106" fmla="*/ 1989893 w 7678059"/>
              <a:gd name="connsiteY106" fmla="*/ 6409484 h 6858000"/>
              <a:gd name="connsiteX107" fmla="*/ 1969054 w 7678059"/>
              <a:gd name="connsiteY107" fmla="*/ 6409484 h 6858000"/>
              <a:gd name="connsiteX108" fmla="*/ 1932410 w 7678059"/>
              <a:gd name="connsiteY108" fmla="*/ 6394752 h 6858000"/>
              <a:gd name="connsiteX109" fmla="*/ 1931876 w 7678059"/>
              <a:gd name="connsiteY109" fmla="*/ 6395269 h 6858000"/>
              <a:gd name="connsiteX110" fmla="*/ 1890496 w 7678059"/>
              <a:gd name="connsiteY110" fmla="*/ 6420453 h 6858000"/>
              <a:gd name="connsiteX111" fmla="*/ 1866062 w 7678059"/>
              <a:gd name="connsiteY111" fmla="*/ 6463372 h 6858000"/>
              <a:gd name="connsiteX112" fmla="*/ 1895556 w 7678059"/>
              <a:gd name="connsiteY112" fmla="*/ 6430409 h 6858000"/>
              <a:gd name="connsiteX113" fmla="*/ 1931876 w 7678059"/>
              <a:gd name="connsiteY113" fmla="*/ 6395269 h 6858000"/>
              <a:gd name="connsiteX114" fmla="*/ 1932527 w 7678059"/>
              <a:gd name="connsiteY114" fmla="*/ 6394873 h 6858000"/>
              <a:gd name="connsiteX115" fmla="*/ 2279585 w 7678059"/>
              <a:gd name="connsiteY115" fmla="*/ 6311401 h 6858000"/>
              <a:gd name="connsiteX116" fmla="*/ 2223059 w 7678059"/>
              <a:gd name="connsiteY116" fmla="*/ 6359302 h 6858000"/>
              <a:gd name="connsiteX117" fmla="*/ 2279585 w 7678059"/>
              <a:gd name="connsiteY117" fmla="*/ 6311401 h 6858000"/>
              <a:gd name="connsiteX118" fmla="*/ 2097436 w 7678059"/>
              <a:gd name="connsiteY118" fmla="*/ 6298829 h 6858000"/>
              <a:gd name="connsiteX119" fmla="*/ 2102944 w 7678059"/>
              <a:gd name="connsiteY119" fmla="*/ 6314276 h 6858000"/>
              <a:gd name="connsiteX120" fmla="*/ 2082584 w 7678059"/>
              <a:gd name="connsiteY120" fmla="*/ 6345769 h 6858000"/>
              <a:gd name="connsiteX121" fmla="*/ 2087493 w 7678059"/>
              <a:gd name="connsiteY121" fmla="*/ 6330206 h 6858000"/>
              <a:gd name="connsiteX122" fmla="*/ 2097436 w 7678059"/>
              <a:gd name="connsiteY122" fmla="*/ 6298829 h 6858000"/>
              <a:gd name="connsiteX123" fmla="*/ 2425327 w 7678059"/>
              <a:gd name="connsiteY123" fmla="*/ 5950814 h 6858000"/>
              <a:gd name="connsiteX124" fmla="*/ 2379223 w 7678059"/>
              <a:gd name="connsiteY124" fmla="*/ 5998716 h 6858000"/>
              <a:gd name="connsiteX125" fmla="*/ 2425090 w 7678059"/>
              <a:gd name="connsiteY125" fmla="*/ 5951051 h 6858000"/>
              <a:gd name="connsiteX126" fmla="*/ 2492395 w 7678059"/>
              <a:gd name="connsiteY126" fmla="*/ 5924105 h 6858000"/>
              <a:gd name="connsiteX127" fmla="*/ 2507963 w 7678059"/>
              <a:gd name="connsiteY127" fmla="*/ 5929135 h 6858000"/>
              <a:gd name="connsiteX128" fmla="*/ 2472034 w 7678059"/>
              <a:gd name="connsiteY128" fmla="*/ 5955603 h 6858000"/>
              <a:gd name="connsiteX129" fmla="*/ 2492395 w 7678059"/>
              <a:gd name="connsiteY129" fmla="*/ 5924105 h 6858000"/>
              <a:gd name="connsiteX130" fmla="*/ 2656459 w 7678059"/>
              <a:gd name="connsiteY130" fmla="*/ 5776566 h 6858000"/>
              <a:gd name="connsiteX131" fmla="*/ 2569156 w 7678059"/>
              <a:gd name="connsiteY131" fmla="*/ 5845426 h 6858000"/>
              <a:gd name="connsiteX132" fmla="*/ 2656459 w 7678059"/>
              <a:gd name="connsiteY132" fmla="*/ 5776566 h 6858000"/>
              <a:gd name="connsiteX133" fmla="*/ 2692150 w 7678059"/>
              <a:gd name="connsiteY133" fmla="*/ 5728664 h 6858000"/>
              <a:gd name="connsiteX134" fmla="*/ 2625324 w 7678059"/>
              <a:gd name="connsiteY134" fmla="*/ 5776566 h 6858000"/>
              <a:gd name="connsiteX135" fmla="*/ 2692150 w 7678059"/>
              <a:gd name="connsiteY135" fmla="*/ 5728664 h 6858000"/>
              <a:gd name="connsiteX136" fmla="*/ 2727117 w 7678059"/>
              <a:gd name="connsiteY136" fmla="*/ 5629746 h 6858000"/>
              <a:gd name="connsiteX137" fmla="*/ 2696697 w 7678059"/>
              <a:gd name="connsiteY137" fmla="*/ 5682078 h 6858000"/>
              <a:gd name="connsiteX138" fmla="*/ 2727117 w 7678059"/>
              <a:gd name="connsiteY138" fmla="*/ 5629746 h 6858000"/>
              <a:gd name="connsiteX139" fmla="*/ 2886871 w 7678059"/>
              <a:gd name="connsiteY139" fmla="*/ 5591064 h 6858000"/>
              <a:gd name="connsiteX140" fmla="*/ 2790591 w 7678059"/>
              <a:gd name="connsiteY140" fmla="*/ 5701598 h 6858000"/>
              <a:gd name="connsiteX141" fmla="*/ 2789750 w 7678059"/>
              <a:gd name="connsiteY141" fmla="*/ 5701598 h 6858000"/>
              <a:gd name="connsiteX142" fmla="*/ 2886871 w 7678059"/>
              <a:gd name="connsiteY142" fmla="*/ 5591064 h 6858000"/>
              <a:gd name="connsiteX143" fmla="*/ 2761606 w 7678059"/>
              <a:gd name="connsiteY143" fmla="*/ 5498731 h 6858000"/>
              <a:gd name="connsiteX144" fmla="*/ 2735978 w 7678059"/>
              <a:gd name="connsiteY144" fmla="*/ 5525078 h 6858000"/>
              <a:gd name="connsiteX145" fmla="*/ 2741487 w 7678059"/>
              <a:gd name="connsiteY145" fmla="*/ 5540645 h 6858000"/>
              <a:gd name="connsiteX146" fmla="*/ 2761606 w 7678059"/>
              <a:gd name="connsiteY146" fmla="*/ 5498731 h 6858000"/>
              <a:gd name="connsiteX147" fmla="*/ 2921485 w 7678059"/>
              <a:gd name="connsiteY147" fmla="*/ 5387835 h 6858000"/>
              <a:gd name="connsiteX148" fmla="*/ 2875734 w 7678059"/>
              <a:gd name="connsiteY148" fmla="*/ 5455976 h 6858000"/>
              <a:gd name="connsiteX149" fmla="*/ 2921485 w 7678059"/>
              <a:gd name="connsiteY149" fmla="*/ 5387835 h 6858000"/>
              <a:gd name="connsiteX150" fmla="*/ 2860490 w 7678059"/>
              <a:gd name="connsiteY150" fmla="*/ 5370974 h 6858000"/>
              <a:gd name="connsiteX151" fmla="*/ 2792383 w 7678059"/>
              <a:gd name="connsiteY151" fmla="*/ 5435977 h 6858000"/>
              <a:gd name="connsiteX152" fmla="*/ 2710472 w 7678059"/>
              <a:gd name="connsiteY152" fmla="*/ 5519811 h 6858000"/>
              <a:gd name="connsiteX153" fmla="*/ 2669036 w 7678059"/>
              <a:gd name="connsiteY153" fmla="*/ 5530827 h 6858000"/>
              <a:gd name="connsiteX154" fmla="*/ 2649274 w 7678059"/>
              <a:gd name="connsiteY154" fmla="*/ 5603877 h 6858000"/>
              <a:gd name="connsiteX155" fmla="*/ 2618618 w 7678059"/>
              <a:gd name="connsiteY155" fmla="*/ 5645913 h 6858000"/>
              <a:gd name="connsiteX156" fmla="*/ 2546766 w 7678059"/>
              <a:gd name="connsiteY156" fmla="*/ 5709382 h 6858000"/>
              <a:gd name="connsiteX157" fmla="*/ 2535986 w 7678059"/>
              <a:gd name="connsiteY157" fmla="*/ 5688663 h 6858000"/>
              <a:gd name="connsiteX158" fmla="*/ 2500058 w 7678059"/>
              <a:gd name="connsiteY158" fmla="*/ 5715131 h 6858000"/>
              <a:gd name="connsiteX159" fmla="*/ 2438861 w 7678059"/>
              <a:gd name="connsiteY159" fmla="*/ 5788784 h 6858000"/>
              <a:gd name="connsiteX160" fmla="*/ 2449640 w 7678059"/>
              <a:gd name="connsiteY160" fmla="*/ 5809503 h 6858000"/>
              <a:gd name="connsiteX161" fmla="*/ 2422931 w 7678059"/>
              <a:gd name="connsiteY161" fmla="*/ 5805546 h 6858000"/>
              <a:gd name="connsiteX162" fmla="*/ 2422931 w 7678059"/>
              <a:gd name="connsiteY162" fmla="*/ 5805068 h 6858000"/>
              <a:gd name="connsiteX163" fmla="*/ 2356945 w 7678059"/>
              <a:gd name="connsiteY163" fmla="*/ 5904827 h 6858000"/>
              <a:gd name="connsiteX164" fmla="*/ 2500657 w 7678059"/>
              <a:gd name="connsiteY164" fmla="*/ 5746866 h 6858000"/>
              <a:gd name="connsiteX165" fmla="*/ 2700770 w 7678059"/>
              <a:gd name="connsiteY165" fmla="*/ 5572380 h 6858000"/>
              <a:gd name="connsiteX166" fmla="*/ 2700171 w 7678059"/>
              <a:gd name="connsiteY166" fmla="*/ 5530827 h 6858000"/>
              <a:gd name="connsiteX167" fmla="*/ 2756697 w 7678059"/>
              <a:gd name="connsiteY167" fmla="*/ 5482922 h 6858000"/>
              <a:gd name="connsiteX168" fmla="*/ 2833820 w 7678059"/>
              <a:gd name="connsiteY168" fmla="*/ 5424603 h 6858000"/>
              <a:gd name="connsiteX169" fmla="*/ 2828432 w 7678059"/>
              <a:gd name="connsiteY169" fmla="*/ 5409152 h 6858000"/>
              <a:gd name="connsiteX170" fmla="*/ 2848909 w 7678059"/>
              <a:gd name="connsiteY170" fmla="*/ 5388076 h 6858000"/>
              <a:gd name="connsiteX171" fmla="*/ 2860490 w 7678059"/>
              <a:gd name="connsiteY171" fmla="*/ 5370974 h 6858000"/>
              <a:gd name="connsiteX172" fmla="*/ 3229303 w 7678059"/>
              <a:gd name="connsiteY172" fmla="*/ 5143908 h 6858000"/>
              <a:gd name="connsiteX173" fmla="*/ 3229568 w 7678059"/>
              <a:gd name="connsiteY173" fmla="*/ 5145027 h 6858000"/>
              <a:gd name="connsiteX174" fmla="*/ 3227822 w 7678059"/>
              <a:gd name="connsiteY174" fmla="*/ 5146285 h 6858000"/>
              <a:gd name="connsiteX175" fmla="*/ 3227460 w 7678059"/>
              <a:gd name="connsiteY175" fmla="*/ 5136105 h 6858000"/>
              <a:gd name="connsiteX176" fmla="*/ 3233345 w 7678059"/>
              <a:gd name="connsiteY176" fmla="*/ 5137425 h 6858000"/>
              <a:gd name="connsiteX177" fmla="*/ 3229303 w 7678059"/>
              <a:gd name="connsiteY177" fmla="*/ 5143908 h 6858000"/>
              <a:gd name="connsiteX178" fmla="*/ 3181834 w 7678059"/>
              <a:gd name="connsiteY178" fmla="*/ 5130476 h 6858000"/>
              <a:gd name="connsiteX179" fmla="*/ 3111176 w 7678059"/>
              <a:gd name="connsiteY179" fmla="*/ 5213590 h 6858000"/>
              <a:gd name="connsiteX180" fmla="*/ 3018843 w 7678059"/>
              <a:gd name="connsiteY180" fmla="*/ 5298135 h 6858000"/>
              <a:gd name="connsiteX181" fmla="*/ 3039445 w 7678059"/>
              <a:gd name="connsiteY181" fmla="*/ 5277059 h 6858000"/>
              <a:gd name="connsiteX182" fmla="*/ 3029385 w 7678059"/>
              <a:gd name="connsiteY182" fmla="*/ 5308315 h 6858000"/>
              <a:gd name="connsiteX183" fmla="*/ 3065309 w 7678059"/>
              <a:gd name="connsiteY183" fmla="*/ 5281848 h 6858000"/>
              <a:gd name="connsiteX184" fmla="*/ 3049142 w 7678059"/>
              <a:gd name="connsiteY184" fmla="*/ 5256104 h 6858000"/>
              <a:gd name="connsiteX185" fmla="*/ 3049384 w 7678059"/>
              <a:gd name="connsiteY185" fmla="*/ 5256104 h 6858000"/>
              <a:gd name="connsiteX186" fmla="*/ 3064952 w 7678059"/>
              <a:gd name="connsiteY186" fmla="*/ 5250712 h 6858000"/>
              <a:gd name="connsiteX187" fmla="*/ 3059922 w 7678059"/>
              <a:gd name="connsiteY187" fmla="*/ 5266280 h 6858000"/>
              <a:gd name="connsiteX188" fmla="*/ 3181834 w 7678059"/>
              <a:gd name="connsiteY188" fmla="*/ 5130476 h 6858000"/>
              <a:gd name="connsiteX189" fmla="*/ 3265664 w 7678059"/>
              <a:gd name="connsiteY189" fmla="*/ 5097427 h 6858000"/>
              <a:gd name="connsiteX190" fmla="*/ 3263267 w 7678059"/>
              <a:gd name="connsiteY190" fmla="*/ 5152156 h 6858000"/>
              <a:gd name="connsiteX191" fmla="*/ 3233451 w 7678059"/>
              <a:gd name="connsiteY191" fmla="*/ 5161495 h 6858000"/>
              <a:gd name="connsiteX192" fmla="*/ 3229568 w 7678059"/>
              <a:gd name="connsiteY192" fmla="*/ 5145027 h 6858000"/>
              <a:gd name="connsiteX193" fmla="*/ 3253165 w 7678059"/>
              <a:gd name="connsiteY193" fmla="*/ 5128007 h 6858000"/>
              <a:gd name="connsiteX194" fmla="*/ 3265664 w 7678059"/>
              <a:gd name="connsiteY194" fmla="*/ 5097427 h 6858000"/>
              <a:gd name="connsiteX195" fmla="*/ 3384343 w 7678059"/>
              <a:gd name="connsiteY195" fmla="*/ 5003176 h 6858000"/>
              <a:gd name="connsiteX196" fmla="*/ 3359316 w 7678059"/>
              <a:gd name="connsiteY196" fmla="*/ 5046768 h 6858000"/>
              <a:gd name="connsiteX197" fmla="*/ 3384343 w 7678059"/>
              <a:gd name="connsiteY197" fmla="*/ 5003176 h 6858000"/>
              <a:gd name="connsiteX198" fmla="*/ 3413720 w 7678059"/>
              <a:gd name="connsiteY198" fmla="*/ 4966722 h 6858000"/>
              <a:gd name="connsiteX199" fmla="*/ 3413682 w 7678059"/>
              <a:gd name="connsiteY199" fmla="*/ 4967132 h 6858000"/>
              <a:gd name="connsiteX200" fmla="*/ 3413682 w 7678059"/>
              <a:gd name="connsiteY200" fmla="*/ 4966770 h 6858000"/>
              <a:gd name="connsiteX201" fmla="*/ 3395002 w 7678059"/>
              <a:gd name="connsiteY201" fmla="*/ 4953836 h 6858000"/>
              <a:gd name="connsiteX202" fmla="*/ 3400511 w 7678059"/>
              <a:gd name="connsiteY202" fmla="*/ 4968808 h 6858000"/>
              <a:gd name="connsiteX203" fmla="*/ 3375241 w 7678059"/>
              <a:gd name="connsiteY203" fmla="*/ 5001741 h 6858000"/>
              <a:gd name="connsiteX204" fmla="*/ 3395002 w 7678059"/>
              <a:gd name="connsiteY204" fmla="*/ 4953836 h 6858000"/>
              <a:gd name="connsiteX205" fmla="*/ 3424582 w 7678059"/>
              <a:gd name="connsiteY205" fmla="*/ 4928566 h 6858000"/>
              <a:gd name="connsiteX206" fmla="*/ 3430676 w 7678059"/>
              <a:gd name="connsiteY206" fmla="*/ 4944345 h 6858000"/>
              <a:gd name="connsiteX207" fmla="*/ 3413720 w 7678059"/>
              <a:gd name="connsiteY207" fmla="*/ 4966722 h 6858000"/>
              <a:gd name="connsiteX208" fmla="*/ 3415539 w 7678059"/>
              <a:gd name="connsiteY208" fmla="*/ 4947039 h 6858000"/>
              <a:gd name="connsiteX209" fmla="*/ 3424582 w 7678059"/>
              <a:gd name="connsiteY209" fmla="*/ 4928566 h 6858000"/>
              <a:gd name="connsiteX210" fmla="*/ 3504700 w 7678059"/>
              <a:gd name="connsiteY210" fmla="*/ 4791448 h 6858000"/>
              <a:gd name="connsiteX211" fmla="*/ 3480745 w 7678059"/>
              <a:gd name="connsiteY211" fmla="*/ 4812282 h 6858000"/>
              <a:gd name="connsiteX212" fmla="*/ 3475121 w 7678059"/>
              <a:gd name="connsiteY212" fmla="*/ 4819709 h 6858000"/>
              <a:gd name="connsiteX213" fmla="*/ 3470207 w 7678059"/>
              <a:gd name="connsiteY213" fmla="*/ 4826057 h 6858000"/>
              <a:gd name="connsiteX214" fmla="*/ 3455359 w 7678059"/>
              <a:gd name="connsiteY214" fmla="*/ 4844138 h 6858000"/>
              <a:gd name="connsiteX215" fmla="*/ 3464221 w 7678059"/>
              <a:gd name="connsiteY215" fmla="*/ 4842582 h 6858000"/>
              <a:gd name="connsiteX216" fmla="*/ 3472961 w 7678059"/>
              <a:gd name="connsiteY216" fmla="*/ 4835996 h 6858000"/>
              <a:gd name="connsiteX217" fmla="*/ 3477276 w 7678059"/>
              <a:gd name="connsiteY217" fmla="*/ 4831565 h 6858000"/>
              <a:gd name="connsiteX218" fmla="*/ 3482904 w 7678059"/>
              <a:gd name="connsiteY218" fmla="*/ 4825579 h 6858000"/>
              <a:gd name="connsiteX219" fmla="*/ 3504700 w 7678059"/>
              <a:gd name="connsiteY219" fmla="*/ 4791448 h 6858000"/>
              <a:gd name="connsiteX220" fmla="*/ 3744452 w 7678059"/>
              <a:gd name="connsiteY220" fmla="*/ 4710730 h 6858000"/>
              <a:gd name="connsiteX221" fmla="*/ 3710920 w 7678059"/>
              <a:gd name="connsiteY221" fmla="*/ 4749292 h 6858000"/>
              <a:gd name="connsiteX222" fmla="*/ 3660980 w 7678059"/>
              <a:gd name="connsiteY222" fmla="*/ 4795038 h 6858000"/>
              <a:gd name="connsiteX223" fmla="*/ 3684931 w 7678059"/>
              <a:gd name="connsiteY223" fmla="*/ 4785819 h 6858000"/>
              <a:gd name="connsiteX224" fmla="*/ 3607330 w 7678059"/>
              <a:gd name="connsiteY224" fmla="*/ 4843659 h 6858000"/>
              <a:gd name="connsiteX225" fmla="*/ 3655235 w 7678059"/>
              <a:gd name="connsiteY225" fmla="*/ 4775161 h 6858000"/>
              <a:gd name="connsiteX226" fmla="*/ 3744452 w 7678059"/>
              <a:gd name="connsiteY226" fmla="*/ 4710730 h 6858000"/>
              <a:gd name="connsiteX227" fmla="*/ 3491102 w 7678059"/>
              <a:gd name="connsiteY227" fmla="*/ 4688737 h 6858000"/>
              <a:gd name="connsiteX228" fmla="*/ 3493442 w 7678059"/>
              <a:gd name="connsiteY228" fmla="*/ 4690491 h 6858000"/>
              <a:gd name="connsiteX229" fmla="*/ 3493080 w 7678059"/>
              <a:gd name="connsiteY229" fmla="*/ 4690853 h 6858000"/>
              <a:gd name="connsiteX230" fmla="*/ 3488969 w 7678059"/>
              <a:gd name="connsiteY230" fmla="*/ 4690904 h 6858000"/>
              <a:gd name="connsiteX231" fmla="*/ 3371767 w 7678059"/>
              <a:gd name="connsiteY231" fmla="*/ 4652050 h 6858000"/>
              <a:gd name="connsiteX232" fmla="*/ 3371409 w 7678059"/>
              <a:gd name="connsiteY232" fmla="*/ 4652408 h 6858000"/>
              <a:gd name="connsiteX233" fmla="*/ 3371388 w 7678059"/>
              <a:gd name="connsiteY233" fmla="*/ 4652520 h 6858000"/>
              <a:gd name="connsiteX234" fmla="*/ 3362069 w 7678059"/>
              <a:gd name="connsiteY234" fmla="*/ 4664023 h 6858000"/>
              <a:gd name="connsiteX235" fmla="*/ 3357398 w 7678059"/>
              <a:gd name="connsiteY235" fmla="*/ 4668337 h 6858000"/>
              <a:gd name="connsiteX236" fmla="*/ 3353204 w 7678059"/>
              <a:gd name="connsiteY236" fmla="*/ 4671570 h 6858000"/>
              <a:gd name="connsiteX237" fmla="*/ 3335123 w 7678059"/>
              <a:gd name="connsiteY237" fmla="*/ 4682228 h 6858000"/>
              <a:gd name="connsiteX238" fmla="*/ 3320513 w 7678059"/>
              <a:gd name="connsiteY238" fmla="*/ 4709774 h 6858000"/>
              <a:gd name="connsiteX239" fmla="*/ 3349493 w 7678059"/>
              <a:gd name="connsiteY239" fmla="*/ 4696598 h 6858000"/>
              <a:gd name="connsiteX240" fmla="*/ 3334167 w 7678059"/>
              <a:gd name="connsiteY240" fmla="*/ 4736599 h 6858000"/>
              <a:gd name="connsiteX241" fmla="*/ 3348295 w 7678059"/>
              <a:gd name="connsiteY241" fmla="*/ 4725341 h 6858000"/>
              <a:gd name="connsiteX242" fmla="*/ 3343386 w 7678059"/>
              <a:gd name="connsiteY242" fmla="*/ 4738633 h 6858000"/>
              <a:gd name="connsiteX243" fmla="*/ 3362065 w 7678059"/>
              <a:gd name="connsiteY243" fmla="*/ 4699352 h 6858000"/>
              <a:gd name="connsiteX244" fmla="*/ 3366379 w 7678059"/>
              <a:gd name="connsiteY244" fmla="*/ 4677918 h 6858000"/>
              <a:gd name="connsiteX245" fmla="*/ 3371388 w 7678059"/>
              <a:gd name="connsiteY245" fmla="*/ 4652520 h 6858000"/>
              <a:gd name="connsiteX246" fmla="*/ 3607808 w 7678059"/>
              <a:gd name="connsiteY246" fmla="*/ 4641271 h 6858000"/>
              <a:gd name="connsiteX247" fmla="*/ 3533917 w 7678059"/>
              <a:gd name="connsiteY247" fmla="*/ 4688099 h 6858000"/>
              <a:gd name="connsiteX248" fmla="*/ 3554399 w 7678059"/>
              <a:gd name="connsiteY248" fmla="*/ 4727858 h 6858000"/>
              <a:gd name="connsiteX249" fmla="*/ 3513441 w 7678059"/>
              <a:gd name="connsiteY249" fmla="*/ 4748814 h 6858000"/>
              <a:gd name="connsiteX250" fmla="*/ 3513798 w 7678059"/>
              <a:gd name="connsiteY250" fmla="*/ 4748456 h 6858000"/>
              <a:gd name="connsiteX251" fmla="*/ 3517393 w 7678059"/>
              <a:gd name="connsiteY251" fmla="*/ 4718514 h 6858000"/>
              <a:gd name="connsiteX252" fmla="*/ 3500507 w 7678059"/>
              <a:gd name="connsiteY252" fmla="*/ 4767256 h 6858000"/>
              <a:gd name="connsiteX253" fmla="*/ 3577272 w 7678059"/>
              <a:gd name="connsiteY253" fmla="*/ 4720070 h 6858000"/>
              <a:gd name="connsiteX254" fmla="*/ 3607808 w 7678059"/>
              <a:gd name="connsiteY254" fmla="*/ 4641271 h 6858000"/>
              <a:gd name="connsiteX255" fmla="*/ 3682206 w 7678059"/>
              <a:gd name="connsiteY255" fmla="*/ 4547085 h 6858000"/>
              <a:gd name="connsiteX256" fmla="*/ 3660265 w 7678059"/>
              <a:gd name="connsiteY256" fmla="*/ 4560195 h 6858000"/>
              <a:gd name="connsiteX257" fmla="*/ 3672397 w 7678059"/>
              <a:gd name="connsiteY257" fmla="*/ 4551284 h 6858000"/>
              <a:gd name="connsiteX258" fmla="*/ 3688728 w 7678059"/>
              <a:gd name="connsiteY258" fmla="*/ 4543188 h 6858000"/>
              <a:gd name="connsiteX259" fmla="*/ 3687806 w 7678059"/>
              <a:gd name="connsiteY259" fmla="*/ 4544688 h 6858000"/>
              <a:gd name="connsiteX260" fmla="*/ 3682206 w 7678059"/>
              <a:gd name="connsiteY260" fmla="*/ 4547085 h 6858000"/>
              <a:gd name="connsiteX261" fmla="*/ 3617049 w 7678059"/>
              <a:gd name="connsiteY261" fmla="*/ 4510583 h 6858000"/>
              <a:gd name="connsiteX262" fmla="*/ 3617031 w 7678059"/>
              <a:gd name="connsiteY262" fmla="*/ 4510618 h 6858000"/>
              <a:gd name="connsiteX263" fmla="*/ 3616790 w 7678059"/>
              <a:gd name="connsiteY263" fmla="*/ 4510618 h 6858000"/>
              <a:gd name="connsiteX264" fmla="*/ 3626371 w 7678059"/>
              <a:gd name="connsiteY264" fmla="*/ 4492774 h 6858000"/>
              <a:gd name="connsiteX265" fmla="*/ 3615114 w 7678059"/>
              <a:gd name="connsiteY265" fmla="*/ 4521875 h 6858000"/>
              <a:gd name="connsiteX266" fmla="*/ 3573078 w 7678059"/>
              <a:gd name="connsiteY266" fmla="*/ 4537564 h 6858000"/>
              <a:gd name="connsiteX267" fmla="*/ 3557752 w 7678059"/>
              <a:gd name="connsiteY267" fmla="*/ 4577918 h 6858000"/>
              <a:gd name="connsiteX268" fmla="*/ 3630324 w 7678059"/>
              <a:gd name="connsiteY268" fmla="*/ 4508941 h 6858000"/>
              <a:gd name="connsiteX269" fmla="*/ 3617049 w 7678059"/>
              <a:gd name="connsiteY269" fmla="*/ 4510583 h 6858000"/>
              <a:gd name="connsiteX270" fmla="*/ 3645533 w 7678059"/>
              <a:gd name="connsiteY270" fmla="*/ 4446187 h 6858000"/>
              <a:gd name="connsiteX271" fmla="*/ 3586732 w 7678059"/>
              <a:gd name="connsiteY271" fmla="*/ 4497683 h 6858000"/>
              <a:gd name="connsiteX272" fmla="*/ 3586974 w 7678059"/>
              <a:gd name="connsiteY272" fmla="*/ 4497683 h 6858000"/>
              <a:gd name="connsiteX273" fmla="*/ 3645533 w 7678059"/>
              <a:gd name="connsiteY273" fmla="*/ 4446187 h 6858000"/>
              <a:gd name="connsiteX274" fmla="*/ 3694154 w 7678059"/>
              <a:gd name="connsiteY274" fmla="*/ 4398407 h 6858000"/>
              <a:gd name="connsiteX275" fmla="*/ 3648288 w 7678059"/>
              <a:gd name="connsiteY275" fmla="*/ 4412897 h 6858000"/>
              <a:gd name="connsiteX276" fmla="*/ 3648524 w 7678059"/>
              <a:gd name="connsiteY276" fmla="*/ 4412897 h 6858000"/>
              <a:gd name="connsiteX277" fmla="*/ 3661459 w 7678059"/>
              <a:gd name="connsiteY277" fmla="*/ 4410621 h 6858000"/>
              <a:gd name="connsiteX278" fmla="*/ 3646611 w 7678059"/>
              <a:gd name="connsiteY278" fmla="*/ 4434572 h 6858000"/>
              <a:gd name="connsiteX279" fmla="*/ 3666609 w 7678059"/>
              <a:gd name="connsiteY279" fmla="*/ 4425711 h 6858000"/>
              <a:gd name="connsiteX280" fmla="*/ 3665532 w 7678059"/>
              <a:gd name="connsiteY280" fmla="*/ 4436727 h 6858000"/>
              <a:gd name="connsiteX281" fmla="*/ 3694154 w 7678059"/>
              <a:gd name="connsiteY281" fmla="*/ 4398407 h 6858000"/>
              <a:gd name="connsiteX282" fmla="*/ 3757623 w 7678059"/>
              <a:gd name="connsiteY282" fmla="*/ 4376607 h 6858000"/>
              <a:gd name="connsiteX283" fmla="*/ 3703494 w 7678059"/>
              <a:gd name="connsiteY283" fmla="*/ 4441158 h 6858000"/>
              <a:gd name="connsiteX284" fmla="*/ 3703735 w 7678059"/>
              <a:gd name="connsiteY284" fmla="*/ 4441158 h 6858000"/>
              <a:gd name="connsiteX285" fmla="*/ 3751637 w 7678059"/>
              <a:gd name="connsiteY285" fmla="*/ 4391459 h 6858000"/>
              <a:gd name="connsiteX286" fmla="*/ 3757623 w 7678059"/>
              <a:gd name="connsiteY286" fmla="*/ 4376607 h 6858000"/>
              <a:gd name="connsiteX287" fmla="*/ 3880618 w 7678059"/>
              <a:gd name="connsiteY287" fmla="*/ 4374452 h 6858000"/>
              <a:gd name="connsiteX288" fmla="*/ 3830316 w 7678059"/>
              <a:gd name="connsiteY288" fmla="*/ 4419483 h 6858000"/>
              <a:gd name="connsiteX289" fmla="*/ 3805766 w 7678059"/>
              <a:gd name="connsiteY289" fmla="*/ 4462596 h 6858000"/>
              <a:gd name="connsiteX290" fmla="*/ 3833311 w 7678059"/>
              <a:gd name="connsiteY290" fmla="*/ 4443192 h 6858000"/>
              <a:gd name="connsiteX291" fmla="*/ 3773432 w 7678059"/>
              <a:gd name="connsiteY291" fmla="*/ 4509661 h 6858000"/>
              <a:gd name="connsiteX292" fmla="*/ 3720622 w 7678059"/>
              <a:gd name="connsiteY292" fmla="*/ 4556484 h 6858000"/>
              <a:gd name="connsiteX293" fmla="*/ 3726609 w 7678059"/>
              <a:gd name="connsiteY293" fmla="*/ 4520556 h 6858000"/>
              <a:gd name="connsiteX294" fmla="*/ 3688728 w 7678059"/>
              <a:gd name="connsiteY294" fmla="*/ 4543188 h 6858000"/>
              <a:gd name="connsiteX295" fmla="*/ 3699542 w 7678059"/>
              <a:gd name="connsiteY295" fmla="*/ 4525586 h 6858000"/>
              <a:gd name="connsiteX296" fmla="*/ 3666609 w 7678059"/>
              <a:gd name="connsiteY296" fmla="*/ 4525586 h 6858000"/>
              <a:gd name="connsiteX297" fmla="*/ 3676311 w 7678059"/>
              <a:gd name="connsiteY297" fmla="*/ 4507385 h 6858000"/>
              <a:gd name="connsiteX298" fmla="*/ 3597632 w 7678059"/>
              <a:gd name="connsiteY298" fmla="*/ 4570255 h 6858000"/>
              <a:gd name="connsiteX299" fmla="*/ 3524578 w 7678059"/>
              <a:gd name="connsiteY299" fmla="*/ 4630974 h 6858000"/>
              <a:gd name="connsiteX300" fmla="*/ 3551282 w 7678059"/>
              <a:gd name="connsiteY300" fmla="*/ 4629056 h 6858000"/>
              <a:gd name="connsiteX301" fmla="*/ 3498231 w 7678059"/>
              <a:gd name="connsiteY301" fmla="*/ 4681509 h 6858000"/>
              <a:gd name="connsiteX302" fmla="*/ 3491102 w 7678059"/>
              <a:gd name="connsiteY302" fmla="*/ 4688737 h 6858000"/>
              <a:gd name="connsiteX303" fmla="*/ 3478603 w 7678059"/>
              <a:gd name="connsiteY303" fmla="*/ 4679358 h 6858000"/>
              <a:gd name="connsiteX304" fmla="*/ 3469492 w 7678059"/>
              <a:gd name="connsiteY304" fmla="*/ 4662467 h 6858000"/>
              <a:gd name="connsiteX305" fmla="*/ 3484581 w 7678059"/>
              <a:gd name="connsiteY305" fmla="*/ 4633008 h 6858000"/>
              <a:gd name="connsiteX306" fmla="*/ 3486016 w 7678059"/>
              <a:gd name="connsiteY306" fmla="*/ 4604506 h 6858000"/>
              <a:gd name="connsiteX307" fmla="*/ 3407458 w 7678059"/>
              <a:gd name="connsiteY307" fmla="*/ 4635043 h 6858000"/>
              <a:gd name="connsiteX308" fmla="*/ 3382546 w 7678059"/>
              <a:gd name="connsiteY308" fmla="*/ 4673846 h 6858000"/>
              <a:gd name="connsiteX309" fmla="*/ 3372965 w 7678059"/>
              <a:gd name="connsiteY309" fmla="*/ 4683427 h 6858000"/>
              <a:gd name="connsiteX310" fmla="*/ 3370211 w 7678059"/>
              <a:gd name="connsiteY310" fmla="*/ 4689771 h 6858000"/>
              <a:gd name="connsiteX311" fmla="*/ 3383025 w 7678059"/>
              <a:gd name="connsiteY311" fmla="*/ 4698395 h 6858000"/>
              <a:gd name="connsiteX312" fmla="*/ 3411889 w 7678059"/>
              <a:gd name="connsiteY312" fmla="*/ 4667376 h 6858000"/>
              <a:gd name="connsiteX313" fmla="*/ 3451649 w 7678059"/>
              <a:gd name="connsiteY313" fmla="*/ 4657200 h 6858000"/>
              <a:gd name="connsiteX314" fmla="*/ 3439671 w 7678059"/>
              <a:gd name="connsiteY314" fmla="*/ 4674923 h 6858000"/>
              <a:gd name="connsiteX315" fmla="*/ 3460988 w 7678059"/>
              <a:gd name="connsiteY315" fmla="*/ 4668458 h 6858000"/>
              <a:gd name="connsiteX316" fmla="*/ 3419552 w 7678059"/>
              <a:gd name="connsiteY316" fmla="*/ 4698753 h 6858000"/>
              <a:gd name="connsiteX317" fmla="*/ 3416918 w 7678059"/>
              <a:gd name="connsiteY317" fmla="*/ 4727975 h 6858000"/>
              <a:gd name="connsiteX318" fmla="*/ 3433322 w 7678059"/>
              <a:gd name="connsiteY318" fmla="*/ 4713726 h 6858000"/>
              <a:gd name="connsiteX319" fmla="*/ 3462755 w 7678059"/>
              <a:gd name="connsiteY319" fmla="*/ 4691241 h 6858000"/>
              <a:gd name="connsiteX320" fmla="*/ 3488969 w 7678059"/>
              <a:gd name="connsiteY320" fmla="*/ 4690904 h 6858000"/>
              <a:gd name="connsiteX321" fmla="*/ 3446856 w 7678059"/>
              <a:gd name="connsiteY321" fmla="*/ 4733604 h 6858000"/>
              <a:gd name="connsiteX322" fmla="*/ 3456557 w 7678059"/>
              <a:gd name="connsiteY322" fmla="*/ 4762946 h 6858000"/>
              <a:gd name="connsiteX323" fmla="*/ 3455838 w 7678059"/>
              <a:gd name="connsiteY323" fmla="*/ 4745219 h 6858000"/>
              <a:gd name="connsiteX324" fmla="*/ 3503739 w 7678059"/>
              <a:gd name="connsiteY324" fmla="*/ 4719355 h 6858000"/>
              <a:gd name="connsiteX325" fmla="*/ 3510445 w 7678059"/>
              <a:gd name="connsiteY325" fmla="*/ 4677918 h 6858000"/>
              <a:gd name="connsiteX326" fmla="*/ 3522423 w 7678059"/>
              <a:gd name="connsiteY326" fmla="*/ 4659834 h 6858000"/>
              <a:gd name="connsiteX327" fmla="*/ 3574755 w 7678059"/>
              <a:gd name="connsiteY327" fmla="*/ 4638637 h 6858000"/>
              <a:gd name="connsiteX328" fmla="*/ 3657386 w 7678059"/>
              <a:gd name="connsiteY328" fmla="*/ 4572294 h 6858000"/>
              <a:gd name="connsiteX329" fmla="*/ 3652240 w 7678059"/>
              <a:gd name="connsiteY329" fmla="*/ 4596244 h 6858000"/>
              <a:gd name="connsiteX330" fmla="*/ 3712118 w 7678059"/>
              <a:gd name="connsiteY330" fmla="*/ 4564148 h 6858000"/>
              <a:gd name="connsiteX331" fmla="*/ 3674272 w 7678059"/>
              <a:gd name="connsiteY331" fmla="*/ 4616243 h 6858000"/>
              <a:gd name="connsiteX332" fmla="*/ 3767446 w 7678059"/>
              <a:gd name="connsiteY332" fmla="*/ 4553368 h 6858000"/>
              <a:gd name="connsiteX333" fmla="*/ 3767804 w 7678059"/>
              <a:gd name="connsiteY333" fmla="*/ 4553011 h 6858000"/>
              <a:gd name="connsiteX334" fmla="*/ 3818342 w 7678059"/>
              <a:gd name="connsiteY334" fmla="*/ 4478883 h 6858000"/>
              <a:gd name="connsiteX335" fmla="*/ 3886962 w 7678059"/>
              <a:gd name="connsiteY335" fmla="*/ 4390020 h 6858000"/>
              <a:gd name="connsiteX336" fmla="*/ 3880618 w 7678059"/>
              <a:gd name="connsiteY336" fmla="*/ 4374452 h 6858000"/>
              <a:gd name="connsiteX337" fmla="*/ 3989301 w 7678059"/>
              <a:gd name="connsiteY337" fmla="*/ 4210561 h 6858000"/>
              <a:gd name="connsiteX338" fmla="*/ 3974985 w 7678059"/>
              <a:gd name="connsiteY338" fmla="*/ 4213021 h 6858000"/>
              <a:gd name="connsiteX339" fmla="*/ 3945763 w 7678059"/>
              <a:gd name="connsiteY339" fmla="*/ 4279606 h 6858000"/>
              <a:gd name="connsiteX340" fmla="*/ 3986958 w 7678059"/>
              <a:gd name="connsiteY340" fmla="*/ 4234575 h 6858000"/>
              <a:gd name="connsiteX341" fmla="*/ 3989301 w 7678059"/>
              <a:gd name="connsiteY341" fmla="*/ 4210561 h 6858000"/>
              <a:gd name="connsiteX342" fmla="*/ 4158332 w 7678059"/>
              <a:gd name="connsiteY342" fmla="*/ 4164758 h 6858000"/>
              <a:gd name="connsiteX343" fmla="*/ 4107315 w 7678059"/>
              <a:gd name="connsiteY343" fmla="*/ 4273378 h 6858000"/>
              <a:gd name="connsiteX344" fmla="*/ 4029356 w 7678059"/>
              <a:gd name="connsiteY344" fmla="*/ 4381158 h 6858000"/>
              <a:gd name="connsiteX345" fmla="*/ 4087196 w 7678059"/>
              <a:gd name="connsiteY345" fmla="*/ 4264875 h 6858000"/>
              <a:gd name="connsiteX346" fmla="*/ 4158332 w 7678059"/>
              <a:gd name="connsiteY346" fmla="*/ 4164758 h 6858000"/>
              <a:gd name="connsiteX347" fmla="*/ 4275456 w 7678059"/>
              <a:gd name="connsiteY347" fmla="*/ 4164637 h 6858000"/>
              <a:gd name="connsiteX348" fmla="*/ 4263479 w 7678059"/>
              <a:gd name="connsiteY348" fmla="*/ 4236493 h 6858000"/>
              <a:gd name="connsiteX349" fmla="*/ 4259048 w 7678059"/>
              <a:gd name="connsiteY349" fmla="*/ 4210504 h 6858000"/>
              <a:gd name="connsiteX350" fmla="*/ 4275456 w 7678059"/>
              <a:gd name="connsiteY350" fmla="*/ 4164758 h 6858000"/>
              <a:gd name="connsiteX351" fmla="*/ 3985760 w 7678059"/>
              <a:gd name="connsiteY351" fmla="*/ 4139730 h 6858000"/>
              <a:gd name="connsiteX352" fmla="*/ 3985760 w 7678059"/>
              <a:gd name="connsiteY352" fmla="*/ 4140087 h 6858000"/>
              <a:gd name="connsiteX353" fmla="*/ 3985721 w 7678059"/>
              <a:gd name="connsiteY353" fmla="*/ 4139803 h 6858000"/>
              <a:gd name="connsiteX354" fmla="*/ 3971869 w 7678059"/>
              <a:gd name="connsiteY354" fmla="*/ 4134821 h 6858000"/>
              <a:gd name="connsiteX355" fmla="*/ 3933906 w 7678059"/>
              <a:gd name="connsiteY355" fmla="*/ 4185118 h 6858000"/>
              <a:gd name="connsiteX356" fmla="*/ 3943250 w 7678059"/>
              <a:gd name="connsiteY356" fmla="*/ 4190626 h 6858000"/>
              <a:gd name="connsiteX357" fmla="*/ 3955224 w 7678059"/>
              <a:gd name="connsiteY357" fmla="*/ 4172904 h 6858000"/>
              <a:gd name="connsiteX358" fmla="*/ 3971869 w 7678059"/>
              <a:gd name="connsiteY358" fmla="*/ 4135178 h 6858000"/>
              <a:gd name="connsiteX359" fmla="*/ 4014025 w 7678059"/>
              <a:gd name="connsiteY359" fmla="*/ 4041531 h 6858000"/>
              <a:gd name="connsiteX360" fmla="*/ 4011494 w 7678059"/>
              <a:gd name="connsiteY360" fmla="*/ 4075122 h 6858000"/>
              <a:gd name="connsiteX361" fmla="*/ 4008151 w 7678059"/>
              <a:gd name="connsiteY361" fmla="*/ 4082822 h 6858000"/>
              <a:gd name="connsiteX362" fmla="*/ 4007918 w 7678059"/>
              <a:gd name="connsiteY362" fmla="*/ 4082605 h 6858000"/>
              <a:gd name="connsiteX363" fmla="*/ 4008024 w 7678059"/>
              <a:gd name="connsiteY363" fmla="*/ 4083114 h 6858000"/>
              <a:gd name="connsiteX364" fmla="*/ 4003398 w 7678059"/>
              <a:gd name="connsiteY364" fmla="*/ 4093770 h 6858000"/>
              <a:gd name="connsiteX365" fmla="*/ 3994505 w 7678059"/>
              <a:gd name="connsiteY365" fmla="*/ 4107995 h 6858000"/>
              <a:gd name="connsiteX366" fmla="*/ 3987919 w 7678059"/>
              <a:gd name="connsiteY366" fmla="*/ 4107995 h 6858000"/>
              <a:gd name="connsiteX367" fmla="*/ 4014025 w 7678059"/>
              <a:gd name="connsiteY367" fmla="*/ 4041531 h 6858000"/>
              <a:gd name="connsiteX368" fmla="*/ 4211894 w 7678059"/>
              <a:gd name="connsiteY368" fmla="*/ 4021951 h 6858000"/>
              <a:gd name="connsiteX369" fmla="*/ 4201923 w 7678059"/>
              <a:gd name="connsiteY369" fmla="*/ 4050629 h 6858000"/>
              <a:gd name="connsiteX370" fmla="*/ 4180606 w 7678059"/>
              <a:gd name="connsiteY370" fmla="*/ 4099250 h 6858000"/>
              <a:gd name="connsiteX371" fmla="*/ 4179050 w 7678059"/>
              <a:gd name="connsiteY371" fmla="*/ 4051349 h 6858000"/>
              <a:gd name="connsiteX372" fmla="*/ 4208272 w 7678059"/>
              <a:gd name="connsiteY372" fmla="*/ 4023683 h 6858000"/>
              <a:gd name="connsiteX373" fmla="*/ 4208272 w 7678059"/>
              <a:gd name="connsiteY373" fmla="*/ 4023326 h 6858000"/>
              <a:gd name="connsiteX374" fmla="*/ 4211894 w 7678059"/>
              <a:gd name="connsiteY374" fmla="*/ 4021951 h 6858000"/>
              <a:gd name="connsiteX375" fmla="*/ 4264435 w 7678059"/>
              <a:gd name="connsiteY375" fmla="*/ 3892431 h 6858000"/>
              <a:gd name="connsiteX376" fmla="*/ 4285274 w 7678059"/>
              <a:gd name="connsiteY376" fmla="*/ 3907400 h 6858000"/>
              <a:gd name="connsiteX377" fmla="*/ 4280124 w 7678059"/>
              <a:gd name="connsiteY377" fmla="*/ 3954706 h 6858000"/>
              <a:gd name="connsiteX378" fmla="*/ 4274374 w 7678059"/>
              <a:gd name="connsiteY378" fmla="*/ 3941651 h 6858000"/>
              <a:gd name="connsiteX379" fmla="*/ 4263957 w 7678059"/>
              <a:gd name="connsiteY379" fmla="*/ 3963809 h 6858000"/>
              <a:gd name="connsiteX380" fmla="*/ 4261324 w 7678059"/>
              <a:gd name="connsiteY380" fmla="*/ 3941414 h 6858000"/>
              <a:gd name="connsiteX381" fmla="*/ 4264435 w 7678059"/>
              <a:gd name="connsiteY381" fmla="*/ 3892431 h 6858000"/>
              <a:gd name="connsiteX382" fmla="*/ 4247701 w 7678059"/>
              <a:gd name="connsiteY382" fmla="*/ 3876278 h 6858000"/>
              <a:gd name="connsiteX383" fmla="*/ 4246355 w 7678059"/>
              <a:gd name="connsiteY383" fmla="*/ 3893987 h 6858000"/>
              <a:gd name="connsiteX384" fmla="*/ 4243838 w 7678059"/>
              <a:gd name="connsiteY384" fmla="*/ 3948120 h 6858000"/>
              <a:gd name="connsiteX385" fmla="*/ 4239528 w 7678059"/>
              <a:gd name="connsiteY385" fmla="*/ 3924166 h 6858000"/>
              <a:gd name="connsiteX386" fmla="*/ 4229348 w 7678059"/>
              <a:gd name="connsiteY386" fmla="*/ 3945961 h 6858000"/>
              <a:gd name="connsiteX387" fmla="*/ 4227430 w 7678059"/>
              <a:gd name="connsiteY387" fmla="*/ 3925127 h 6858000"/>
              <a:gd name="connsiteX388" fmla="*/ 4243118 w 7678059"/>
              <a:gd name="connsiteY388" fmla="*/ 3877699 h 6858000"/>
              <a:gd name="connsiteX389" fmla="*/ 4247701 w 7678059"/>
              <a:gd name="connsiteY389" fmla="*/ 3876278 h 6858000"/>
              <a:gd name="connsiteX390" fmla="*/ 4029593 w 7678059"/>
              <a:gd name="connsiteY390" fmla="*/ 3868480 h 6858000"/>
              <a:gd name="connsiteX391" fmla="*/ 4028037 w 7678059"/>
              <a:gd name="connsiteY391" fmla="*/ 3891233 h 6858000"/>
              <a:gd name="connsiteX392" fmla="*/ 4025162 w 7678059"/>
              <a:gd name="connsiteY392" fmla="*/ 3914106 h 6858000"/>
              <a:gd name="connsiteX393" fmla="*/ 4027438 w 7678059"/>
              <a:gd name="connsiteY393" fmla="*/ 3950034 h 6858000"/>
              <a:gd name="connsiteX394" fmla="*/ 3993186 w 7678059"/>
              <a:gd name="connsiteY394" fmla="*/ 3932669 h 6858000"/>
              <a:gd name="connsiteX395" fmla="*/ 3995462 w 7678059"/>
              <a:gd name="connsiteY395" fmla="*/ 4035902 h 6858000"/>
              <a:gd name="connsiteX396" fmla="*/ 3978217 w 7678059"/>
              <a:gd name="connsiteY396" fmla="*/ 4084941 h 6858000"/>
              <a:gd name="connsiteX397" fmla="*/ 3985721 w 7678059"/>
              <a:gd name="connsiteY397" fmla="*/ 4139803 h 6858000"/>
              <a:gd name="connsiteX398" fmla="*/ 3901930 w 7678059"/>
              <a:gd name="connsiteY398" fmla="*/ 4293019 h 6858000"/>
              <a:gd name="connsiteX399" fmla="*/ 3887561 w 7678059"/>
              <a:gd name="connsiteY399" fmla="*/ 4274576 h 6858000"/>
              <a:gd name="connsiteX400" fmla="*/ 3854508 w 7678059"/>
              <a:gd name="connsiteY400" fmla="*/ 4327870 h 6858000"/>
              <a:gd name="connsiteX401" fmla="*/ 3821933 w 7678059"/>
              <a:gd name="connsiteY401" fmla="*/ 4364513 h 6858000"/>
              <a:gd name="connsiteX402" fmla="*/ 3834751 w 7678059"/>
              <a:gd name="connsiteY402" fmla="*/ 4383912 h 6858000"/>
              <a:gd name="connsiteX403" fmla="*/ 3749960 w 7678059"/>
              <a:gd name="connsiteY403" fmla="*/ 4487382 h 6858000"/>
              <a:gd name="connsiteX404" fmla="*/ 3827924 w 7678059"/>
              <a:gd name="connsiteY404" fmla="*/ 4405708 h 6858000"/>
              <a:gd name="connsiteX405" fmla="*/ 3881695 w 7678059"/>
              <a:gd name="connsiteY405" fmla="*/ 4341399 h 6858000"/>
              <a:gd name="connsiteX406" fmla="*/ 3904926 w 7678059"/>
              <a:gd name="connsiteY406" fmla="*/ 4310505 h 6858000"/>
              <a:gd name="connsiteX407" fmla="*/ 3927799 w 7678059"/>
              <a:gd name="connsiteY407" fmla="*/ 4277089 h 6858000"/>
              <a:gd name="connsiteX408" fmla="*/ 3977377 w 7678059"/>
              <a:gd name="connsiteY408" fmla="*/ 4191704 h 6858000"/>
              <a:gd name="connsiteX409" fmla="*/ 4002530 w 7678059"/>
              <a:gd name="connsiteY409" fmla="*/ 4190385 h 6858000"/>
              <a:gd name="connsiteX410" fmla="*/ 4012785 w 7678059"/>
              <a:gd name="connsiteY410" fmla="*/ 4105863 h 6858000"/>
              <a:gd name="connsiteX411" fmla="*/ 4008024 w 7678059"/>
              <a:gd name="connsiteY411" fmla="*/ 4083114 h 6858000"/>
              <a:gd name="connsiteX412" fmla="*/ 4008151 w 7678059"/>
              <a:gd name="connsiteY412" fmla="*/ 4082822 h 6858000"/>
              <a:gd name="connsiteX413" fmla="*/ 4025403 w 7678059"/>
              <a:gd name="connsiteY413" fmla="*/ 4098893 h 6858000"/>
              <a:gd name="connsiteX414" fmla="*/ 4043126 w 7678059"/>
              <a:gd name="connsiteY414" fmla="*/ 3985242 h 6858000"/>
              <a:gd name="connsiteX415" fmla="*/ 4024205 w 7678059"/>
              <a:gd name="connsiteY415" fmla="*/ 4001888 h 6858000"/>
              <a:gd name="connsiteX416" fmla="*/ 4009236 w 7678059"/>
              <a:gd name="connsiteY416" fmla="*/ 4029674 h 6858000"/>
              <a:gd name="connsiteX417" fmla="*/ 4035821 w 7678059"/>
              <a:gd name="connsiteY417" fmla="*/ 3939375 h 6858000"/>
              <a:gd name="connsiteX418" fmla="*/ 4029593 w 7678059"/>
              <a:gd name="connsiteY418" fmla="*/ 3868480 h 6858000"/>
              <a:gd name="connsiteX419" fmla="*/ 4006758 w 7678059"/>
              <a:gd name="connsiteY419" fmla="*/ 3848445 h 6858000"/>
              <a:gd name="connsiteX420" fmla="*/ 4001569 w 7678059"/>
              <a:gd name="connsiteY420" fmla="*/ 3854348 h 6858000"/>
              <a:gd name="connsiteX421" fmla="*/ 4001091 w 7678059"/>
              <a:gd name="connsiteY421" fmla="*/ 3854469 h 6858000"/>
              <a:gd name="connsiteX422" fmla="*/ 3999655 w 7678059"/>
              <a:gd name="connsiteY422" fmla="*/ 3884889 h 6858000"/>
              <a:gd name="connsiteX423" fmla="*/ 4001931 w 7678059"/>
              <a:gd name="connsiteY423" fmla="*/ 3924885 h 6858000"/>
              <a:gd name="connsiteX424" fmla="*/ 4014624 w 7678059"/>
              <a:gd name="connsiteY424" fmla="*/ 3875428 h 6858000"/>
              <a:gd name="connsiteX425" fmla="*/ 4010654 w 7678059"/>
              <a:gd name="connsiteY425" fmla="*/ 3851594 h 6858000"/>
              <a:gd name="connsiteX426" fmla="*/ 4006758 w 7678059"/>
              <a:gd name="connsiteY426" fmla="*/ 3848445 h 6858000"/>
              <a:gd name="connsiteX427" fmla="*/ 4443938 w 7678059"/>
              <a:gd name="connsiteY427" fmla="*/ 3827699 h 6858000"/>
              <a:gd name="connsiteX428" fmla="*/ 4443951 w 7678059"/>
              <a:gd name="connsiteY428" fmla="*/ 3827764 h 6858000"/>
              <a:gd name="connsiteX429" fmla="*/ 4443951 w 7678059"/>
              <a:gd name="connsiteY429" fmla="*/ 3827885 h 6858000"/>
              <a:gd name="connsiteX430" fmla="*/ 4037738 w 7678059"/>
              <a:gd name="connsiteY430" fmla="*/ 3789202 h 6858000"/>
              <a:gd name="connsiteX431" fmla="*/ 4030791 w 7678059"/>
              <a:gd name="connsiteY431" fmla="*/ 3858542 h 6858000"/>
              <a:gd name="connsiteX432" fmla="*/ 4030791 w 7678059"/>
              <a:gd name="connsiteY432" fmla="*/ 3858662 h 6858000"/>
              <a:gd name="connsiteX433" fmla="*/ 4048156 w 7678059"/>
              <a:gd name="connsiteY433" fmla="*/ 3831117 h 6858000"/>
              <a:gd name="connsiteX434" fmla="*/ 4037738 w 7678059"/>
              <a:gd name="connsiteY434" fmla="*/ 3789202 h 6858000"/>
              <a:gd name="connsiteX435" fmla="*/ 4232223 w 7678059"/>
              <a:gd name="connsiteY435" fmla="*/ 3728845 h 6858000"/>
              <a:gd name="connsiteX436" fmla="*/ 4251023 w 7678059"/>
              <a:gd name="connsiteY436" fmla="*/ 3797465 h 6858000"/>
              <a:gd name="connsiteX437" fmla="*/ 4222163 w 7678059"/>
              <a:gd name="connsiteY437" fmla="*/ 3851956 h 6858000"/>
              <a:gd name="connsiteX438" fmla="*/ 4232223 w 7678059"/>
              <a:gd name="connsiteY438" fmla="*/ 3728845 h 6858000"/>
              <a:gd name="connsiteX439" fmla="*/ 4202880 w 7678059"/>
              <a:gd name="connsiteY439" fmla="*/ 3727526 h 6858000"/>
              <a:gd name="connsiteX440" fmla="*/ 4215814 w 7678059"/>
              <a:gd name="connsiteY440" fmla="*/ 3828479 h 6858000"/>
              <a:gd name="connsiteX441" fmla="*/ 4202880 w 7678059"/>
              <a:gd name="connsiteY441" fmla="*/ 3727526 h 6858000"/>
              <a:gd name="connsiteX442" fmla="*/ 3995972 w 7678059"/>
              <a:gd name="connsiteY442" fmla="*/ 3711212 h 6858000"/>
              <a:gd name="connsiteX443" fmla="*/ 3993307 w 7678059"/>
              <a:gd name="connsiteY443" fmla="*/ 3717708 h 6858000"/>
              <a:gd name="connsiteX444" fmla="*/ 3993664 w 7678059"/>
              <a:gd name="connsiteY444" fmla="*/ 3717708 h 6858000"/>
              <a:gd name="connsiteX445" fmla="*/ 3976420 w 7678059"/>
              <a:gd name="connsiteY445" fmla="*/ 3754593 h 6858000"/>
              <a:gd name="connsiteX446" fmla="*/ 3987079 w 7678059"/>
              <a:gd name="connsiteY446" fmla="*/ 3793870 h 6858000"/>
              <a:gd name="connsiteX447" fmla="*/ 3992229 w 7678059"/>
              <a:gd name="connsiteY447" fmla="*/ 3765489 h 6858000"/>
              <a:gd name="connsiteX448" fmla="*/ 4007918 w 7678059"/>
              <a:gd name="connsiteY448" fmla="*/ 3776505 h 6858000"/>
              <a:gd name="connsiteX449" fmla="*/ 4003246 w 7678059"/>
              <a:gd name="connsiteY449" fmla="*/ 3729923 h 6858000"/>
              <a:gd name="connsiteX450" fmla="*/ 3998638 w 7678059"/>
              <a:gd name="connsiteY450" fmla="*/ 3712273 h 6858000"/>
              <a:gd name="connsiteX451" fmla="*/ 3995972 w 7678059"/>
              <a:gd name="connsiteY451" fmla="*/ 3711212 h 6858000"/>
              <a:gd name="connsiteX452" fmla="*/ 4132106 w 7678059"/>
              <a:gd name="connsiteY452" fmla="*/ 3703214 h 6858000"/>
              <a:gd name="connsiteX453" fmla="*/ 4145997 w 7678059"/>
              <a:gd name="connsiteY453" fmla="*/ 3825609 h 6858000"/>
              <a:gd name="connsiteX454" fmla="*/ 4149471 w 7678059"/>
              <a:gd name="connsiteY454" fmla="*/ 3880096 h 6858000"/>
              <a:gd name="connsiteX455" fmla="*/ 4138450 w 7678059"/>
              <a:gd name="connsiteY455" fmla="*/ 3896142 h 6858000"/>
              <a:gd name="connsiteX456" fmla="*/ 4127554 w 7678059"/>
              <a:gd name="connsiteY456" fmla="*/ 4027877 h 6858000"/>
              <a:gd name="connsiteX457" fmla="*/ 4086597 w 7678059"/>
              <a:gd name="connsiteY457" fmla="*/ 4141885 h 6858000"/>
              <a:gd name="connsiteX458" fmla="*/ 3985881 w 7678059"/>
              <a:gd name="connsiteY458" fmla="*/ 4299006 h 6858000"/>
              <a:gd name="connsiteX459" fmla="*/ 3969356 w 7678059"/>
              <a:gd name="connsiteY459" fmla="*/ 4338645 h 6858000"/>
              <a:gd name="connsiteX460" fmla="*/ 3994384 w 7678059"/>
              <a:gd name="connsiteY460" fmla="*/ 4326671 h 6858000"/>
              <a:gd name="connsiteX461" fmla="*/ 3884566 w 7678059"/>
              <a:gd name="connsiteY461" fmla="*/ 4433611 h 6858000"/>
              <a:gd name="connsiteX462" fmla="*/ 3810796 w 7678059"/>
              <a:gd name="connsiteY462" fmla="*/ 4523910 h 6858000"/>
              <a:gd name="connsiteX463" fmla="*/ 3647689 w 7678059"/>
              <a:gd name="connsiteY463" fmla="*/ 4665941 h 6858000"/>
              <a:gd name="connsiteX464" fmla="*/ 3595473 w 7678059"/>
              <a:gd name="connsiteY464" fmla="*/ 4725820 h 6858000"/>
              <a:gd name="connsiteX465" fmla="*/ 3536792 w 7678059"/>
              <a:gd name="connsiteY465" fmla="*/ 4777195 h 6858000"/>
              <a:gd name="connsiteX466" fmla="*/ 3583138 w 7678059"/>
              <a:gd name="connsiteY466" fmla="*/ 4761386 h 6858000"/>
              <a:gd name="connsiteX467" fmla="*/ 3569367 w 7678059"/>
              <a:gd name="connsiteY467" fmla="*/ 4780669 h 6858000"/>
              <a:gd name="connsiteX468" fmla="*/ 3728522 w 7678059"/>
              <a:gd name="connsiteY468" fmla="*/ 4633008 h 6858000"/>
              <a:gd name="connsiteX469" fmla="*/ 3830678 w 7678059"/>
              <a:gd name="connsiteY469" fmla="*/ 4574207 h 6858000"/>
              <a:gd name="connsiteX470" fmla="*/ 3900974 w 7678059"/>
              <a:gd name="connsiteY470" fmla="*/ 4505704 h 6858000"/>
              <a:gd name="connsiteX471" fmla="*/ 3964326 w 7678059"/>
              <a:gd name="connsiteY471" fmla="*/ 4397325 h 6858000"/>
              <a:gd name="connsiteX472" fmla="*/ 4078093 w 7678059"/>
              <a:gd name="connsiteY472" fmla="*/ 4226792 h 6858000"/>
              <a:gd name="connsiteX473" fmla="*/ 4117137 w 7678059"/>
              <a:gd name="connsiteY473" fmla="*/ 4104638 h 6858000"/>
              <a:gd name="connsiteX474" fmla="*/ 4124081 w 7678059"/>
              <a:gd name="connsiteY474" fmla="*/ 4083562 h 6858000"/>
              <a:gd name="connsiteX475" fmla="*/ 4160009 w 7678059"/>
              <a:gd name="connsiteY475" fmla="*/ 3884406 h 6858000"/>
              <a:gd name="connsiteX476" fmla="*/ 4132106 w 7678059"/>
              <a:gd name="connsiteY476" fmla="*/ 3703214 h 6858000"/>
              <a:gd name="connsiteX477" fmla="*/ 3980972 w 7678059"/>
              <a:gd name="connsiteY477" fmla="*/ 3622022 h 6858000"/>
              <a:gd name="connsiteX478" fmla="*/ 3980493 w 7678059"/>
              <a:gd name="connsiteY478" fmla="*/ 3622139 h 6858000"/>
              <a:gd name="connsiteX479" fmla="*/ 3976662 w 7678059"/>
              <a:gd name="connsiteY479" fmla="*/ 3670044 h 6858000"/>
              <a:gd name="connsiteX480" fmla="*/ 3999177 w 7678059"/>
              <a:gd name="connsiteY480" fmla="*/ 3670044 h 6858000"/>
              <a:gd name="connsiteX481" fmla="*/ 3980972 w 7678059"/>
              <a:gd name="connsiteY481" fmla="*/ 3622022 h 6858000"/>
              <a:gd name="connsiteX482" fmla="*/ 4114262 w 7678059"/>
              <a:gd name="connsiteY482" fmla="*/ 3608967 h 6858000"/>
              <a:gd name="connsiteX483" fmla="*/ 4143963 w 7678059"/>
              <a:gd name="connsiteY483" fmla="*/ 3682737 h 6858000"/>
              <a:gd name="connsiteX484" fmla="*/ 4114262 w 7678059"/>
              <a:gd name="connsiteY484" fmla="*/ 3608967 h 6858000"/>
              <a:gd name="connsiteX485" fmla="*/ 4008396 w 7678059"/>
              <a:gd name="connsiteY485" fmla="*/ 3582021 h 6858000"/>
              <a:gd name="connsiteX486" fmla="*/ 4000733 w 7678059"/>
              <a:gd name="connsiteY486" fmla="*/ 3641064 h 6858000"/>
              <a:gd name="connsiteX487" fmla="*/ 4000733 w 7678059"/>
              <a:gd name="connsiteY487" fmla="*/ 3641180 h 6858000"/>
              <a:gd name="connsiteX488" fmla="*/ 4029713 w 7678059"/>
              <a:gd name="connsiteY488" fmla="*/ 3778544 h 6858000"/>
              <a:gd name="connsiteX489" fmla="*/ 4041686 w 7678059"/>
              <a:gd name="connsiteY489" fmla="*/ 3688724 h 6858000"/>
              <a:gd name="connsiteX490" fmla="*/ 4008396 w 7678059"/>
              <a:gd name="connsiteY490" fmla="*/ 3582021 h 6858000"/>
              <a:gd name="connsiteX491" fmla="*/ 3927441 w 7678059"/>
              <a:gd name="connsiteY491" fmla="*/ 3567173 h 6858000"/>
              <a:gd name="connsiteX492" fmla="*/ 3951392 w 7678059"/>
              <a:gd name="connsiteY492" fmla="*/ 3622738 h 6858000"/>
              <a:gd name="connsiteX493" fmla="*/ 3966240 w 7678059"/>
              <a:gd name="connsiteY493" fmla="*/ 3593637 h 6858000"/>
              <a:gd name="connsiteX494" fmla="*/ 3927441 w 7678059"/>
              <a:gd name="connsiteY494" fmla="*/ 3567173 h 6858000"/>
              <a:gd name="connsiteX495" fmla="*/ 4392097 w 7678059"/>
              <a:gd name="connsiteY495" fmla="*/ 3523940 h 6858000"/>
              <a:gd name="connsiteX496" fmla="*/ 4430418 w 7678059"/>
              <a:gd name="connsiteY496" fmla="*/ 3655075 h 6858000"/>
              <a:gd name="connsiteX497" fmla="*/ 4443938 w 7678059"/>
              <a:gd name="connsiteY497" fmla="*/ 3827699 h 6858000"/>
              <a:gd name="connsiteX498" fmla="*/ 4428026 w 7678059"/>
              <a:gd name="connsiteY498" fmla="*/ 3759382 h 6858000"/>
              <a:gd name="connsiteX499" fmla="*/ 4421436 w 7678059"/>
              <a:gd name="connsiteY499" fmla="*/ 3682978 h 6858000"/>
              <a:gd name="connsiteX500" fmla="*/ 4392097 w 7678059"/>
              <a:gd name="connsiteY500" fmla="*/ 3523940 h 6858000"/>
              <a:gd name="connsiteX501" fmla="*/ 4265155 w 7678059"/>
              <a:gd name="connsiteY501" fmla="*/ 3508971 h 6858000"/>
              <a:gd name="connsiteX502" fmla="*/ 4313056 w 7678059"/>
              <a:gd name="connsiteY502" fmla="*/ 3645374 h 6858000"/>
              <a:gd name="connsiteX503" fmla="*/ 4318086 w 7678059"/>
              <a:gd name="connsiteY503" fmla="*/ 3803930 h 6858000"/>
              <a:gd name="connsiteX504" fmla="*/ 4295092 w 7678059"/>
              <a:gd name="connsiteY504" fmla="*/ 3664652 h 6858000"/>
              <a:gd name="connsiteX505" fmla="*/ 4265155 w 7678059"/>
              <a:gd name="connsiteY505" fmla="*/ 3508971 h 6858000"/>
              <a:gd name="connsiteX506" fmla="*/ 3908003 w 7678059"/>
              <a:gd name="connsiteY506" fmla="*/ 3434813 h 6858000"/>
              <a:gd name="connsiteX507" fmla="*/ 3903267 w 7678059"/>
              <a:gd name="connsiteY507" fmla="*/ 3444614 h 6858000"/>
              <a:gd name="connsiteX508" fmla="*/ 3902469 w 7678059"/>
              <a:gd name="connsiteY508" fmla="*/ 3445213 h 6858000"/>
              <a:gd name="connsiteX509" fmla="*/ 3902952 w 7678059"/>
              <a:gd name="connsiteY509" fmla="*/ 3447489 h 6858000"/>
              <a:gd name="connsiteX510" fmla="*/ 3935225 w 7678059"/>
              <a:gd name="connsiteY510" fmla="*/ 3518190 h 6858000"/>
              <a:gd name="connsiteX511" fmla="*/ 3936781 w 7678059"/>
              <a:gd name="connsiteY511" fmla="*/ 3547291 h 6858000"/>
              <a:gd name="connsiteX512" fmla="*/ 3937729 w 7678059"/>
              <a:gd name="connsiteY512" fmla="*/ 3542481 h 6858000"/>
              <a:gd name="connsiteX513" fmla="*/ 3937535 w 7678059"/>
              <a:gd name="connsiteY513" fmla="*/ 3542636 h 6858000"/>
              <a:gd name="connsiteX514" fmla="*/ 3937807 w 7678059"/>
              <a:gd name="connsiteY514" fmla="*/ 3542093 h 6858000"/>
              <a:gd name="connsiteX515" fmla="*/ 3942651 w 7678059"/>
              <a:gd name="connsiteY515" fmla="*/ 3517475 h 6858000"/>
              <a:gd name="connsiteX516" fmla="*/ 3950194 w 7678059"/>
              <a:gd name="connsiteY516" fmla="*/ 3516634 h 6858000"/>
              <a:gd name="connsiteX517" fmla="*/ 3915464 w 7678059"/>
              <a:gd name="connsiteY517" fmla="*/ 3460708 h 6858000"/>
              <a:gd name="connsiteX518" fmla="*/ 4211983 w 7678059"/>
              <a:gd name="connsiteY518" fmla="*/ 3417479 h 6858000"/>
              <a:gd name="connsiteX519" fmla="*/ 4221922 w 7678059"/>
              <a:gd name="connsiteY519" fmla="*/ 3446459 h 6858000"/>
              <a:gd name="connsiteX520" fmla="*/ 4221874 w 7678059"/>
              <a:gd name="connsiteY520" fmla="*/ 3447170 h 6858000"/>
              <a:gd name="connsiteX521" fmla="*/ 3899051 w 7678059"/>
              <a:gd name="connsiteY521" fmla="*/ 3403743 h 6858000"/>
              <a:gd name="connsiteX522" fmla="*/ 3894108 w 7678059"/>
              <a:gd name="connsiteY522" fmla="*/ 3405678 h 6858000"/>
              <a:gd name="connsiteX523" fmla="*/ 3897668 w 7678059"/>
              <a:gd name="connsiteY523" fmla="*/ 3422517 h 6858000"/>
              <a:gd name="connsiteX524" fmla="*/ 3903336 w 7678059"/>
              <a:gd name="connsiteY524" fmla="*/ 3418616 h 6858000"/>
              <a:gd name="connsiteX525" fmla="*/ 3884346 w 7678059"/>
              <a:gd name="connsiteY525" fmla="*/ 3360255 h 6858000"/>
              <a:gd name="connsiteX526" fmla="*/ 3886557 w 7678059"/>
              <a:gd name="connsiteY526" fmla="*/ 3370478 h 6858000"/>
              <a:gd name="connsiteX527" fmla="*/ 3887401 w 7678059"/>
              <a:gd name="connsiteY527" fmla="*/ 3367496 h 6858000"/>
              <a:gd name="connsiteX528" fmla="*/ 4116666 w 7678059"/>
              <a:gd name="connsiteY528" fmla="*/ 3335655 h 6858000"/>
              <a:gd name="connsiteX529" fmla="*/ 4143122 w 7678059"/>
              <a:gd name="connsiteY529" fmla="*/ 3354484 h 6858000"/>
              <a:gd name="connsiteX530" fmla="*/ 4157134 w 7678059"/>
              <a:gd name="connsiteY530" fmla="*/ 3436878 h 6858000"/>
              <a:gd name="connsiteX531" fmla="*/ 4105759 w 7678059"/>
              <a:gd name="connsiteY531" fmla="*/ 3337959 h 6858000"/>
              <a:gd name="connsiteX532" fmla="*/ 4105759 w 7678059"/>
              <a:gd name="connsiteY532" fmla="*/ 3337718 h 6858000"/>
              <a:gd name="connsiteX533" fmla="*/ 4116666 w 7678059"/>
              <a:gd name="connsiteY533" fmla="*/ 3335655 h 6858000"/>
              <a:gd name="connsiteX534" fmla="*/ 4324280 w 7678059"/>
              <a:gd name="connsiteY534" fmla="*/ 3293558 h 6858000"/>
              <a:gd name="connsiteX535" fmla="*/ 4359764 w 7678059"/>
              <a:gd name="connsiteY535" fmla="*/ 3372685 h 6858000"/>
              <a:gd name="connsiteX536" fmla="*/ 4379404 w 7678059"/>
              <a:gd name="connsiteY536" fmla="*/ 3425741 h 6858000"/>
              <a:gd name="connsiteX537" fmla="*/ 4397606 w 7678059"/>
              <a:gd name="connsiteY537" fmla="*/ 3485020 h 6858000"/>
              <a:gd name="connsiteX538" fmla="*/ 4357126 w 7678059"/>
              <a:gd name="connsiteY538" fmla="*/ 3402269 h 6858000"/>
              <a:gd name="connsiteX539" fmla="*/ 4323836 w 7678059"/>
              <a:gd name="connsiteY539" fmla="*/ 3292092 h 6858000"/>
              <a:gd name="connsiteX540" fmla="*/ 4324280 w 7678059"/>
              <a:gd name="connsiteY540" fmla="*/ 3293558 h 6858000"/>
              <a:gd name="connsiteX541" fmla="*/ 4323836 w 7678059"/>
              <a:gd name="connsiteY541" fmla="*/ 3292571 h 6858000"/>
              <a:gd name="connsiteX542" fmla="*/ 4203600 w 7678059"/>
              <a:gd name="connsiteY542" fmla="*/ 3264905 h 6858000"/>
              <a:gd name="connsiteX543" fmla="*/ 4203721 w 7678059"/>
              <a:gd name="connsiteY543" fmla="*/ 3265025 h 6858000"/>
              <a:gd name="connsiteX544" fmla="*/ 4203703 w 7678059"/>
              <a:gd name="connsiteY544" fmla="*/ 3265077 h 6858000"/>
              <a:gd name="connsiteX545" fmla="*/ 4094380 w 7678059"/>
              <a:gd name="connsiteY545" fmla="*/ 3238321 h 6858000"/>
              <a:gd name="connsiteX546" fmla="*/ 4088394 w 7678059"/>
              <a:gd name="connsiteY546" fmla="*/ 3248018 h 6858000"/>
              <a:gd name="connsiteX547" fmla="*/ 4084562 w 7678059"/>
              <a:gd name="connsiteY547" fmla="*/ 3255923 h 6858000"/>
              <a:gd name="connsiteX548" fmla="*/ 4083605 w 7678059"/>
              <a:gd name="connsiteY548" fmla="*/ 3258798 h 6858000"/>
              <a:gd name="connsiteX549" fmla="*/ 4083605 w 7678059"/>
              <a:gd name="connsiteY549" fmla="*/ 3266461 h 6858000"/>
              <a:gd name="connsiteX550" fmla="*/ 4084562 w 7678059"/>
              <a:gd name="connsiteY550" fmla="*/ 3280951 h 6858000"/>
              <a:gd name="connsiteX551" fmla="*/ 4080132 w 7678059"/>
              <a:gd name="connsiteY551" fmla="*/ 3264185 h 6858000"/>
              <a:gd name="connsiteX552" fmla="*/ 4078813 w 7678059"/>
              <a:gd name="connsiteY552" fmla="*/ 3258918 h 6858000"/>
              <a:gd name="connsiteX553" fmla="*/ 4078093 w 7678059"/>
              <a:gd name="connsiteY553" fmla="*/ 3257362 h 6858000"/>
              <a:gd name="connsiteX554" fmla="*/ 4076537 w 7678059"/>
              <a:gd name="connsiteY554" fmla="*/ 3254488 h 6858000"/>
              <a:gd name="connsiteX555" fmla="*/ 4070072 w 7678059"/>
              <a:gd name="connsiteY555" fmla="*/ 3256763 h 6858000"/>
              <a:gd name="connsiteX556" fmla="*/ 4071628 w 7678059"/>
              <a:gd name="connsiteY556" fmla="*/ 3260953 h 6858000"/>
              <a:gd name="connsiteX557" fmla="*/ 4073184 w 7678059"/>
              <a:gd name="connsiteY557" fmla="*/ 3267538 h 6858000"/>
              <a:gd name="connsiteX558" fmla="*/ 4075222 w 7678059"/>
              <a:gd name="connsiteY558" fmla="*/ 3273650 h 6858000"/>
              <a:gd name="connsiteX559" fmla="*/ 4083605 w 7678059"/>
              <a:gd name="connsiteY559" fmla="*/ 3296639 h 6858000"/>
              <a:gd name="connsiteX560" fmla="*/ 4098453 w 7678059"/>
              <a:gd name="connsiteY560" fmla="*/ 3338196 h 6858000"/>
              <a:gd name="connsiteX561" fmla="*/ 4122404 w 7678059"/>
              <a:gd name="connsiteY561" fmla="*/ 3407535 h 6858000"/>
              <a:gd name="connsiteX562" fmla="*/ 4185037 w 7678059"/>
              <a:gd name="connsiteY562" fmla="*/ 3527293 h 6858000"/>
              <a:gd name="connsiteX563" fmla="*/ 4170667 w 7678059"/>
              <a:gd name="connsiteY563" fmla="*/ 3456635 h 6858000"/>
              <a:gd name="connsiteX564" fmla="*/ 4178930 w 7678059"/>
              <a:gd name="connsiteY564" fmla="*/ 3434124 h 6858000"/>
              <a:gd name="connsiteX565" fmla="*/ 4125998 w 7678059"/>
              <a:gd name="connsiteY565" fmla="*/ 3308858 h 6858000"/>
              <a:gd name="connsiteX566" fmla="*/ 4119891 w 7678059"/>
              <a:gd name="connsiteY566" fmla="*/ 3334964 h 6858000"/>
              <a:gd name="connsiteX567" fmla="*/ 4103005 w 7678059"/>
              <a:gd name="connsiteY567" fmla="*/ 3259875 h 6858000"/>
              <a:gd name="connsiteX568" fmla="*/ 4102406 w 7678059"/>
              <a:gd name="connsiteY568" fmla="*/ 3254966 h 6858000"/>
              <a:gd name="connsiteX569" fmla="*/ 4102406 w 7678059"/>
              <a:gd name="connsiteY569" fmla="*/ 3253289 h 6858000"/>
              <a:gd name="connsiteX570" fmla="*/ 4102406 w 7678059"/>
              <a:gd name="connsiteY570" fmla="*/ 3249695 h 6858000"/>
              <a:gd name="connsiteX571" fmla="*/ 4102406 w 7678059"/>
              <a:gd name="connsiteY571" fmla="*/ 3245027 h 6858000"/>
              <a:gd name="connsiteX572" fmla="*/ 4101207 w 7678059"/>
              <a:gd name="connsiteY572" fmla="*/ 3238321 h 6858000"/>
              <a:gd name="connsiteX573" fmla="*/ 4094380 w 7678059"/>
              <a:gd name="connsiteY573" fmla="*/ 3238321 h 6858000"/>
              <a:gd name="connsiteX574" fmla="*/ 4250303 w 7678059"/>
              <a:gd name="connsiteY574" fmla="*/ 3184549 h 6858000"/>
              <a:gd name="connsiteX575" fmla="*/ 4258807 w 7678059"/>
              <a:gd name="connsiteY575" fmla="*/ 3199759 h 6858000"/>
              <a:gd name="connsiteX576" fmla="*/ 4262880 w 7678059"/>
              <a:gd name="connsiteY576" fmla="*/ 3207181 h 6858000"/>
              <a:gd name="connsiteX577" fmla="*/ 4263836 w 7678059"/>
              <a:gd name="connsiteY577" fmla="*/ 3208978 h 6858000"/>
              <a:gd name="connsiteX578" fmla="*/ 4263836 w 7678059"/>
              <a:gd name="connsiteY578" fmla="*/ 3209935 h 6858000"/>
              <a:gd name="connsiteX579" fmla="*/ 4265155 w 7678059"/>
              <a:gd name="connsiteY579" fmla="*/ 3215443 h 6858000"/>
              <a:gd name="connsiteX580" fmla="*/ 4272219 w 7678059"/>
              <a:gd name="connsiteY580" fmla="*/ 3235205 h 6858000"/>
              <a:gd name="connsiteX581" fmla="*/ 4331262 w 7678059"/>
              <a:gd name="connsiteY581" fmla="*/ 3388972 h 6858000"/>
              <a:gd name="connsiteX582" fmla="*/ 4344912 w 7678059"/>
              <a:gd name="connsiteY582" fmla="*/ 3426698 h 6858000"/>
              <a:gd name="connsiteX583" fmla="*/ 4356889 w 7678059"/>
              <a:gd name="connsiteY583" fmla="*/ 3463699 h 6858000"/>
              <a:gd name="connsiteX584" fmla="*/ 4376288 w 7678059"/>
              <a:gd name="connsiteY584" fmla="*/ 3534719 h 6858000"/>
              <a:gd name="connsiteX585" fmla="*/ 4403476 w 7678059"/>
              <a:gd name="connsiteY585" fmla="*/ 3662618 h 6858000"/>
              <a:gd name="connsiteX586" fmla="*/ 4403476 w 7678059"/>
              <a:gd name="connsiteY586" fmla="*/ 3663096 h 6858000"/>
              <a:gd name="connsiteX587" fmla="*/ 4363354 w 7678059"/>
              <a:gd name="connsiteY587" fmla="*/ 3533641 h 6858000"/>
              <a:gd name="connsiteX588" fmla="*/ 4313656 w 7678059"/>
              <a:gd name="connsiteY588" fmla="*/ 3378676 h 6858000"/>
              <a:gd name="connsiteX589" fmla="*/ 4286709 w 7678059"/>
              <a:gd name="connsiteY589" fmla="*/ 3297600 h 6858000"/>
              <a:gd name="connsiteX590" fmla="*/ 4259406 w 7678059"/>
              <a:gd name="connsiteY590" fmla="*/ 3220115 h 6858000"/>
              <a:gd name="connsiteX591" fmla="*/ 4257251 w 7678059"/>
              <a:gd name="connsiteY591" fmla="*/ 3209340 h 6858000"/>
              <a:gd name="connsiteX592" fmla="*/ 4256415 w 7678059"/>
              <a:gd name="connsiteY592" fmla="*/ 3205504 h 6858000"/>
              <a:gd name="connsiteX593" fmla="*/ 4254255 w 7678059"/>
              <a:gd name="connsiteY593" fmla="*/ 3198199 h 6858000"/>
              <a:gd name="connsiteX594" fmla="*/ 4250303 w 7678059"/>
              <a:gd name="connsiteY594" fmla="*/ 3184549 h 6858000"/>
              <a:gd name="connsiteX595" fmla="*/ 4291502 w 7678059"/>
              <a:gd name="connsiteY595" fmla="*/ 3168619 h 6858000"/>
              <a:gd name="connsiteX596" fmla="*/ 4291502 w 7678059"/>
              <a:gd name="connsiteY596" fmla="*/ 3169098 h 6858000"/>
              <a:gd name="connsiteX597" fmla="*/ 4302281 w 7678059"/>
              <a:gd name="connsiteY597" fmla="*/ 3192333 h 6858000"/>
              <a:gd name="connsiteX598" fmla="*/ 4302281 w 7678059"/>
              <a:gd name="connsiteY598" fmla="*/ 3197721 h 6858000"/>
              <a:gd name="connsiteX599" fmla="*/ 4302281 w 7678059"/>
              <a:gd name="connsiteY599" fmla="*/ 3200595 h 6858000"/>
              <a:gd name="connsiteX600" fmla="*/ 4302281 w 7678059"/>
              <a:gd name="connsiteY600" fmla="*/ 3203591 h 6858000"/>
              <a:gd name="connsiteX601" fmla="*/ 4302876 w 7678059"/>
              <a:gd name="connsiteY601" fmla="*/ 3207901 h 6858000"/>
              <a:gd name="connsiteX602" fmla="*/ 4304674 w 7678059"/>
              <a:gd name="connsiteY602" fmla="*/ 3215448 h 6858000"/>
              <a:gd name="connsiteX603" fmla="*/ 4326948 w 7678059"/>
              <a:gd name="connsiteY603" fmla="*/ 3277960 h 6858000"/>
              <a:gd name="connsiteX604" fmla="*/ 4297247 w 7678059"/>
              <a:gd name="connsiteY604" fmla="*/ 3224667 h 6858000"/>
              <a:gd name="connsiteX605" fmla="*/ 4291739 w 7678059"/>
              <a:gd name="connsiteY605" fmla="*/ 3208621 h 6858000"/>
              <a:gd name="connsiteX606" fmla="*/ 4290183 w 7678059"/>
              <a:gd name="connsiteY606" fmla="*/ 3201552 h 6858000"/>
              <a:gd name="connsiteX607" fmla="*/ 4289584 w 7678059"/>
              <a:gd name="connsiteY607" fmla="*/ 3195087 h 6858000"/>
              <a:gd name="connsiteX608" fmla="*/ 4289584 w 7678059"/>
              <a:gd name="connsiteY608" fmla="*/ 3188501 h 6858000"/>
              <a:gd name="connsiteX609" fmla="*/ 4291019 w 7678059"/>
              <a:gd name="connsiteY609" fmla="*/ 3181433 h 6858000"/>
              <a:gd name="connsiteX610" fmla="*/ 4291502 w 7678059"/>
              <a:gd name="connsiteY610" fmla="*/ 3168619 h 6858000"/>
              <a:gd name="connsiteX611" fmla="*/ 4228391 w 7678059"/>
              <a:gd name="connsiteY611" fmla="*/ 3143953 h 6858000"/>
              <a:gd name="connsiteX612" fmla="*/ 4217491 w 7678059"/>
              <a:gd name="connsiteY612" fmla="*/ 3181196 h 6858000"/>
              <a:gd name="connsiteX613" fmla="*/ 4214259 w 7678059"/>
              <a:gd name="connsiteY613" fmla="*/ 3198440 h 6858000"/>
              <a:gd name="connsiteX614" fmla="*/ 4216771 w 7678059"/>
              <a:gd name="connsiteY614" fmla="*/ 3204789 h 6858000"/>
              <a:gd name="connsiteX615" fmla="*/ 4224439 w 7678059"/>
              <a:gd name="connsiteY615" fmla="*/ 3208259 h 6858000"/>
              <a:gd name="connsiteX616" fmla="*/ 4203359 w 7678059"/>
              <a:gd name="connsiteY616" fmla="*/ 3205388 h 6858000"/>
              <a:gd name="connsiteX617" fmla="*/ 4207673 w 7678059"/>
              <a:gd name="connsiteY617" fmla="*/ 3186704 h 6858000"/>
              <a:gd name="connsiteX618" fmla="*/ 4214017 w 7678059"/>
              <a:gd name="connsiteY618" fmla="*/ 3167663 h 6858000"/>
              <a:gd name="connsiteX619" fmla="*/ 4200725 w 7678059"/>
              <a:gd name="connsiteY619" fmla="*/ 3159999 h 6858000"/>
              <a:gd name="connsiteX620" fmla="*/ 4200725 w 7678059"/>
              <a:gd name="connsiteY620" fmla="*/ 3159879 h 6858000"/>
              <a:gd name="connsiteX621" fmla="*/ 4228391 w 7678059"/>
              <a:gd name="connsiteY621" fmla="*/ 3143953 h 6858000"/>
              <a:gd name="connsiteX622" fmla="*/ 4091269 w 7678059"/>
              <a:gd name="connsiteY622" fmla="*/ 3139428 h 6858000"/>
              <a:gd name="connsiteX623" fmla="*/ 4080692 w 7678059"/>
              <a:gd name="connsiteY623" fmla="*/ 3151466 h 6858000"/>
              <a:gd name="connsiteX624" fmla="*/ 4078308 w 7678059"/>
              <a:gd name="connsiteY624" fmla="*/ 3165508 h 6858000"/>
              <a:gd name="connsiteX625" fmla="*/ 4085536 w 7678059"/>
              <a:gd name="connsiteY625" fmla="*/ 3160883 h 6858000"/>
              <a:gd name="connsiteX626" fmla="*/ 4096419 w 7678059"/>
              <a:gd name="connsiteY626" fmla="*/ 3155207 h 6858000"/>
              <a:gd name="connsiteX627" fmla="*/ 4096897 w 7678059"/>
              <a:gd name="connsiteY627" fmla="*/ 3154849 h 6858000"/>
              <a:gd name="connsiteX628" fmla="*/ 4410182 w 7678059"/>
              <a:gd name="connsiteY628" fmla="*/ 3119399 h 6858000"/>
              <a:gd name="connsiteX629" fmla="*/ 4416169 w 7678059"/>
              <a:gd name="connsiteY629" fmla="*/ 3134851 h 6858000"/>
              <a:gd name="connsiteX630" fmla="*/ 4409342 w 7678059"/>
              <a:gd name="connsiteY630" fmla="*/ 3144190 h 6858000"/>
              <a:gd name="connsiteX631" fmla="*/ 4400722 w 7678059"/>
              <a:gd name="connsiteY631" fmla="*/ 3152332 h 6858000"/>
              <a:gd name="connsiteX632" fmla="*/ 4395209 w 7678059"/>
              <a:gd name="connsiteY632" fmla="*/ 3139161 h 6858000"/>
              <a:gd name="connsiteX633" fmla="*/ 4410182 w 7678059"/>
              <a:gd name="connsiteY633" fmla="*/ 3119399 h 6858000"/>
              <a:gd name="connsiteX634" fmla="*/ 4299523 w 7678059"/>
              <a:gd name="connsiteY634" fmla="*/ 3117964 h 6858000"/>
              <a:gd name="connsiteX635" fmla="*/ 4298928 w 7678059"/>
              <a:gd name="connsiteY635" fmla="*/ 3124071 h 6858000"/>
              <a:gd name="connsiteX636" fmla="*/ 4304674 w 7678059"/>
              <a:gd name="connsiteY636" fmla="*/ 3136049 h 6858000"/>
              <a:gd name="connsiteX637" fmla="*/ 4289826 w 7678059"/>
              <a:gd name="connsiteY637" fmla="*/ 3161555 h 6858000"/>
              <a:gd name="connsiteX638" fmla="*/ 4294377 w 7678059"/>
              <a:gd name="connsiteY638" fmla="*/ 3139639 h 6858000"/>
              <a:gd name="connsiteX639" fmla="*/ 4291024 w 7678059"/>
              <a:gd name="connsiteY639" fmla="*/ 3126946 h 6858000"/>
              <a:gd name="connsiteX640" fmla="*/ 4299523 w 7678059"/>
              <a:gd name="connsiteY640" fmla="*/ 3117964 h 6858000"/>
              <a:gd name="connsiteX641" fmla="*/ 4119546 w 7678059"/>
              <a:gd name="connsiteY641" fmla="*/ 3096923 h 6858000"/>
              <a:gd name="connsiteX642" fmla="*/ 4106048 w 7678059"/>
              <a:gd name="connsiteY642" fmla="*/ 3120175 h 6858000"/>
              <a:gd name="connsiteX643" fmla="*/ 4102643 w 7678059"/>
              <a:gd name="connsiteY643" fmla="*/ 3143354 h 6858000"/>
              <a:gd name="connsiteX644" fmla="*/ 4120848 w 7678059"/>
              <a:gd name="connsiteY644" fmla="*/ 3103952 h 6858000"/>
              <a:gd name="connsiteX645" fmla="*/ 4186670 w 7678059"/>
              <a:gd name="connsiteY645" fmla="*/ 3012831 h 6858000"/>
              <a:gd name="connsiteX646" fmla="*/ 4182852 w 7678059"/>
              <a:gd name="connsiteY646" fmla="*/ 3015322 h 6858000"/>
              <a:gd name="connsiteX647" fmla="*/ 4182326 w 7678059"/>
              <a:gd name="connsiteY647" fmla="*/ 3016632 h 6858000"/>
              <a:gd name="connsiteX648" fmla="*/ 4182959 w 7678059"/>
              <a:gd name="connsiteY648" fmla="*/ 3032428 h 6858000"/>
              <a:gd name="connsiteX649" fmla="*/ 4186968 w 7678059"/>
              <a:gd name="connsiteY649" fmla="*/ 3038354 h 6858000"/>
              <a:gd name="connsiteX650" fmla="*/ 4196131 w 7678059"/>
              <a:gd name="connsiteY650" fmla="*/ 3027097 h 6858000"/>
              <a:gd name="connsiteX651" fmla="*/ 4273202 w 7678059"/>
              <a:gd name="connsiteY651" fmla="*/ 2935962 h 6858000"/>
              <a:gd name="connsiteX652" fmla="*/ 4243894 w 7678059"/>
              <a:gd name="connsiteY652" fmla="*/ 2972468 h 6858000"/>
              <a:gd name="connsiteX653" fmla="*/ 4244196 w 7678059"/>
              <a:gd name="connsiteY653" fmla="*/ 2973179 h 6858000"/>
              <a:gd name="connsiteX654" fmla="*/ 4260363 w 7678059"/>
              <a:gd name="connsiteY654" fmla="*/ 3000961 h 6858000"/>
              <a:gd name="connsiteX655" fmla="*/ 4274495 w 7678059"/>
              <a:gd name="connsiteY655" fmla="*/ 2993897 h 6858000"/>
              <a:gd name="connsiteX656" fmla="*/ 4281563 w 7678059"/>
              <a:gd name="connsiteY656" fmla="*/ 2984915 h 6858000"/>
              <a:gd name="connsiteX657" fmla="*/ 4278568 w 7678059"/>
              <a:gd name="connsiteY657" fmla="*/ 2962400 h 6858000"/>
              <a:gd name="connsiteX658" fmla="*/ 4342761 w 7678059"/>
              <a:gd name="connsiteY658" fmla="*/ 2886354 h 6858000"/>
              <a:gd name="connsiteX659" fmla="*/ 4296295 w 7678059"/>
              <a:gd name="connsiteY659" fmla="*/ 2931742 h 6858000"/>
              <a:gd name="connsiteX660" fmla="*/ 4342761 w 7678059"/>
              <a:gd name="connsiteY660" fmla="*/ 2887311 h 6858000"/>
              <a:gd name="connsiteX661" fmla="*/ 4409346 w 7678059"/>
              <a:gd name="connsiteY661" fmla="*/ 2863360 h 6858000"/>
              <a:gd name="connsiteX662" fmla="*/ 4424672 w 7678059"/>
              <a:gd name="connsiteY662" fmla="*/ 2869467 h 6858000"/>
              <a:gd name="connsiteX663" fmla="*/ 4388749 w 7678059"/>
              <a:gd name="connsiteY663" fmla="*/ 2893418 h 6858000"/>
              <a:gd name="connsiteX664" fmla="*/ 4409346 w 7678059"/>
              <a:gd name="connsiteY664" fmla="*/ 2863360 h 6858000"/>
              <a:gd name="connsiteX665" fmla="*/ 4572216 w 7678059"/>
              <a:gd name="connsiteY665" fmla="*/ 2733306 h 6858000"/>
              <a:gd name="connsiteX666" fmla="*/ 4486111 w 7678059"/>
              <a:gd name="connsiteY666" fmla="*/ 2791508 h 6858000"/>
              <a:gd name="connsiteX667" fmla="*/ 4572216 w 7678059"/>
              <a:gd name="connsiteY667" fmla="*/ 2733306 h 6858000"/>
              <a:gd name="connsiteX668" fmla="*/ 4608024 w 7678059"/>
              <a:gd name="connsiteY668" fmla="*/ 2691508 h 6858000"/>
              <a:gd name="connsiteX669" fmla="*/ 4608502 w 7678059"/>
              <a:gd name="connsiteY669" fmla="*/ 2691508 h 6858000"/>
              <a:gd name="connsiteX670" fmla="*/ 4542753 w 7678059"/>
              <a:gd name="connsiteY670" fmla="*/ 2730668 h 6858000"/>
              <a:gd name="connsiteX671" fmla="*/ 4608024 w 7678059"/>
              <a:gd name="connsiteY671" fmla="*/ 2691508 h 6858000"/>
              <a:gd name="connsiteX672" fmla="*/ 4702887 w 7678059"/>
              <a:gd name="connsiteY672" fmla="*/ 2678970 h 6858000"/>
              <a:gd name="connsiteX673" fmla="*/ 4702029 w 7678059"/>
              <a:gd name="connsiteY673" fmla="*/ 2680013 h 6858000"/>
              <a:gd name="connsiteX674" fmla="*/ 4702029 w 7678059"/>
              <a:gd name="connsiteY674" fmla="*/ 2679655 h 6858000"/>
              <a:gd name="connsiteX675" fmla="*/ 4615273 w 7678059"/>
              <a:gd name="connsiteY675" fmla="*/ 2646343 h 6858000"/>
              <a:gd name="connsiteX676" fmla="*/ 4614846 w 7678059"/>
              <a:gd name="connsiteY676" fmla="*/ 2647800 h 6858000"/>
              <a:gd name="connsiteX677" fmla="*/ 4614247 w 7678059"/>
              <a:gd name="connsiteY677" fmla="*/ 2647800 h 6858000"/>
              <a:gd name="connsiteX678" fmla="*/ 4646465 w 7678059"/>
              <a:gd name="connsiteY678" fmla="*/ 2601933 h 6858000"/>
              <a:gd name="connsiteX679" fmla="*/ 4615273 w 7678059"/>
              <a:gd name="connsiteY679" fmla="*/ 2646343 h 6858000"/>
              <a:gd name="connsiteX680" fmla="*/ 4621855 w 7678059"/>
              <a:gd name="connsiteY680" fmla="*/ 2623742 h 6858000"/>
              <a:gd name="connsiteX681" fmla="*/ 4646465 w 7678059"/>
              <a:gd name="connsiteY681" fmla="*/ 2601933 h 6858000"/>
              <a:gd name="connsiteX682" fmla="*/ 4797715 w 7678059"/>
              <a:gd name="connsiteY682" fmla="*/ 2593429 h 6858000"/>
              <a:gd name="connsiteX683" fmla="*/ 4761908 w 7678059"/>
              <a:gd name="connsiteY683" fmla="*/ 2631780 h 6858000"/>
              <a:gd name="connsiteX684" fmla="*/ 4702887 w 7678059"/>
              <a:gd name="connsiteY684" fmla="*/ 2678970 h 6858000"/>
              <a:gd name="connsiteX685" fmla="*/ 4738798 w 7678059"/>
              <a:gd name="connsiteY685" fmla="*/ 2635223 h 6858000"/>
              <a:gd name="connsiteX686" fmla="*/ 4797715 w 7678059"/>
              <a:gd name="connsiteY686" fmla="*/ 2593429 h 6858000"/>
              <a:gd name="connsiteX687" fmla="*/ 4688022 w 7678059"/>
              <a:gd name="connsiteY687" fmla="*/ 2483732 h 6858000"/>
              <a:gd name="connsiteX688" fmla="*/ 4661075 w 7678059"/>
              <a:gd name="connsiteY688" fmla="*/ 2503972 h 6858000"/>
              <a:gd name="connsiteX689" fmla="*/ 4661675 w 7678059"/>
              <a:gd name="connsiteY689" fmla="*/ 2503972 h 6858000"/>
              <a:gd name="connsiteX690" fmla="*/ 4665627 w 7678059"/>
              <a:gd name="connsiteY690" fmla="*/ 2519660 h 6858000"/>
              <a:gd name="connsiteX691" fmla="*/ 4688022 w 7678059"/>
              <a:gd name="connsiteY691" fmla="*/ 2483732 h 6858000"/>
              <a:gd name="connsiteX692" fmla="*/ 4846099 w 7678059"/>
              <a:gd name="connsiteY692" fmla="*/ 2411397 h 6858000"/>
              <a:gd name="connsiteX693" fmla="*/ 4797116 w 7678059"/>
              <a:gd name="connsiteY693" fmla="*/ 2464811 h 6858000"/>
              <a:gd name="connsiteX694" fmla="*/ 4846099 w 7678059"/>
              <a:gd name="connsiteY694" fmla="*/ 2411397 h 6858000"/>
              <a:gd name="connsiteX695" fmla="*/ 4791979 w 7678059"/>
              <a:gd name="connsiteY695" fmla="*/ 2381934 h 6858000"/>
              <a:gd name="connsiteX696" fmla="*/ 4721433 w 7678059"/>
              <a:gd name="connsiteY696" fmla="*/ 2428163 h 6858000"/>
              <a:gd name="connsiteX697" fmla="*/ 4636763 w 7678059"/>
              <a:gd name="connsiteY697" fmla="*/ 2494627 h 6858000"/>
              <a:gd name="connsiteX698" fmla="*/ 4596404 w 7678059"/>
              <a:gd name="connsiteY698" fmla="*/ 2498942 h 6858000"/>
              <a:gd name="connsiteX699" fmla="*/ 4572453 w 7678059"/>
              <a:gd name="connsiteY699" fmla="*/ 2567082 h 6858000"/>
              <a:gd name="connsiteX700" fmla="*/ 4540598 w 7678059"/>
              <a:gd name="connsiteY700" fmla="*/ 2603011 h 6858000"/>
              <a:gd name="connsiteX701" fmla="*/ 4468147 w 7678059"/>
              <a:gd name="connsiteY701" fmla="*/ 2657739 h 6858000"/>
              <a:gd name="connsiteX702" fmla="*/ 4458566 w 7678059"/>
              <a:gd name="connsiteY702" fmla="*/ 2636663 h 6858000"/>
              <a:gd name="connsiteX703" fmla="*/ 4422638 w 7678059"/>
              <a:gd name="connsiteY703" fmla="*/ 2659295 h 6858000"/>
              <a:gd name="connsiteX704" fmla="*/ 4359764 w 7678059"/>
              <a:gd name="connsiteY704" fmla="*/ 2727798 h 6858000"/>
              <a:gd name="connsiteX705" fmla="*/ 4369823 w 7678059"/>
              <a:gd name="connsiteY705" fmla="*/ 2748753 h 6858000"/>
              <a:gd name="connsiteX706" fmla="*/ 4354794 w 7678059"/>
              <a:gd name="connsiteY706" fmla="*/ 2757977 h 6858000"/>
              <a:gd name="connsiteX707" fmla="*/ 4344373 w 7678059"/>
              <a:gd name="connsiteY707" fmla="*/ 2743887 h 6858000"/>
              <a:gd name="connsiteX708" fmla="*/ 4344675 w 7678059"/>
              <a:gd name="connsiteY708" fmla="*/ 2743486 h 6858000"/>
              <a:gd name="connsiteX709" fmla="*/ 4344075 w 7678059"/>
              <a:gd name="connsiteY709" fmla="*/ 2743486 h 6858000"/>
              <a:gd name="connsiteX710" fmla="*/ 4344373 w 7678059"/>
              <a:gd name="connsiteY710" fmla="*/ 2743887 h 6858000"/>
              <a:gd name="connsiteX711" fmla="*/ 4308751 w 7678059"/>
              <a:gd name="connsiteY711" fmla="*/ 2791387 h 6858000"/>
              <a:gd name="connsiteX712" fmla="*/ 4276055 w 7678059"/>
              <a:gd name="connsiteY712" fmla="*/ 2839289 h 6858000"/>
              <a:gd name="connsiteX713" fmla="*/ 4421802 w 7678059"/>
              <a:gd name="connsiteY713" fmla="*/ 2690430 h 6858000"/>
              <a:gd name="connsiteX714" fmla="*/ 4524074 w 7678059"/>
              <a:gd name="connsiteY714" fmla="*/ 2627918 h 6858000"/>
              <a:gd name="connsiteX715" fmla="*/ 4623828 w 7678059"/>
              <a:gd name="connsiteY715" fmla="*/ 2543253 h 6858000"/>
              <a:gd name="connsiteX716" fmla="*/ 4626225 w 7678059"/>
              <a:gd name="connsiteY716" fmla="*/ 2503131 h 6858000"/>
              <a:gd name="connsiteX717" fmla="*/ 4683707 w 7678059"/>
              <a:gd name="connsiteY717" fmla="*/ 2467207 h 6858000"/>
              <a:gd name="connsiteX718" fmla="*/ 4761309 w 7678059"/>
              <a:gd name="connsiteY718" fmla="*/ 2426486 h 6858000"/>
              <a:gd name="connsiteX719" fmla="*/ 4757955 w 7678059"/>
              <a:gd name="connsiteY719" fmla="*/ 2410798 h 6858000"/>
              <a:gd name="connsiteX720" fmla="*/ 4779273 w 7678059"/>
              <a:gd name="connsiteY720" fmla="*/ 2395472 h 6858000"/>
              <a:gd name="connsiteX721" fmla="*/ 4791979 w 7678059"/>
              <a:gd name="connsiteY721" fmla="*/ 2381934 h 6858000"/>
              <a:gd name="connsiteX722" fmla="*/ 5161371 w 7678059"/>
              <a:gd name="connsiteY722" fmla="*/ 2280096 h 6858000"/>
              <a:gd name="connsiteX723" fmla="*/ 5161319 w 7678059"/>
              <a:gd name="connsiteY723" fmla="*/ 2281106 h 6858000"/>
              <a:gd name="connsiteX724" fmla="*/ 5159384 w 7678059"/>
              <a:gd name="connsiteY724" fmla="*/ 2281701 h 6858000"/>
              <a:gd name="connsiteX725" fmla="*/ 5161776 w 7678059"/>
              <a:gd name="connsiteY725" fmla="*/ 2272240 h 6858000"/>
              <a:gd name="connsiteX726" fmla="*/ 5167135 w 7678059"/>
              <a:gd name="connsiteY726" fmla="*/ 2275443 h 6858000"/>
              <a:gd name="connsiteX727" fmla="*/ 5161371 w 7678059"/>
              <a:gd name="connsiteY727" fmla="*/ 2280096 h 6858000"/>
              <a:gd name="connsiteX728" fmla="*/ 5122137 w 7678059"/>
              <a:gd name="connsiteY728" fmla="*/ 2250686 h 6858000"/>
              <a:gd name="connsiteX729" fmla="*/ 5058427 w 7678059"/>
              <a:gd name="connsiteY729" fmla="*/ 2274637 h 6858000"/>
              <a:gd name="connsiteX730" fmla="*/ 5041062 w 7678059"/>
              <a:gd name="connsiteY730" fmla="*/ 2303617 h 6858000"/>
              <a:gd name="connsiteX731" fmla="*/ 4945975 w 7678059"/>
              <a:gd name="connsiteY731" fmla="*/ 2353079 h 6858000"/>
              <a:gd name="connsiteX732" fmla="*/ 4967171 w 7678059"/>
              <a:gd name="connsiteY732" fmla="*/ 2339183 h 6858000"/>
              <a:gd name="connsiteX733" fmla="*/ 4953879 w 7678059"/>
              <a:gd name="connsiteY733" fmla="*/ 2365414 h 6858000"/>
              <a:gd name="connsiteX734" fmla="*/ 4989807 w 7678059"/>
              <a:gd name="connsiteY734" fmla="*/ 2351402 h 6858000"/>
              <a:gd name="connsiteX735" fmla="*/ 4978549 w 7678059"/>
              <a:gd name="connsiteY735" fmla="*/ 2324456 h 6858000"/>
              <a:gd name="connsiteX736" fmla="*/ 4979028 w 7678059"/>
              <a:gd name="connsiteY736" fmla="*/ 2324215 h 6858000"/>
              <a:gd name="connsiteX737" fmla="*/ 4993759 w 7678059"/>
              <a:gd name="connsiteY737" fmla="*/ 2324215 h 6858000"/>
              <a:gd name="connsiteX738" fmla="*/ 4986695 w 7678059"/>
              <a:gd name="connsiteY738" fmla="*/ 2336192 h 6858000"/>
              <a:gd name="connsiteX739" fmla="*/ 5062262 w 7678059"/>
              <a:gd name="connsiteY739" fmla="*/ 2312242 h 6858000"/>
              <a:gd name="connsiteX740" fmla="*/ 5122137 w 7678059"/>
              <a:gd name="connsiteY740" fmla="*/ 2250686 h 6858000"/>
              <a:gd name="connsiteX741" fmla="*/ 5208363 w 7678059"/>
              <a:gd name="connsiteY741" fmla="*/ 2248169 h 6858000"/>
              <a:gd name="connsiteX742" fmla="*/ 5190278 w 7678059"/>
              <a:gd name="connsiteY742" fmla="*/ 2298829 h 6858000"/>
              <a:gd name="connsiteX743" fmla="*/ 5160461 w 7678059"/>
              <a:gd name="connsiteY743" fmla="*/ 2297751 h 6858000"/>
              <a:gd name="connsiteX744" fmla="*/ 5161319 w 7678059"/>
              <a:gd name="connsiteY744" fmla="*/ 2281106 h 6858000"/>
              <a:gd name="connsiteX745" fmla="*/ 5187825 w 7678059"/>
              <a:gd name="connsiteY745" fmla="*/ 2272973 h 6858000"/>
              <a:gd name="connsiteX746" fmla="*/ 5208363 w 7678059"/>
              <a:gd name="connsiteY746" fmla="*/ 2248169 h 6858000"/>
              <a:gd name="connsiteX747" fmla="*/ 5361531 w 7678059"/>
              <a:gd name="connsiteY747" fmla="*/ 2192005 h 6858000"/>
              <a:gd name="connsiteX748" fmla="*/ 5317819 w 7678059"/>
              <a:gd name="connsiteY748" fmla="*/ 2227929 h 6858000"/>
              <a:gd name="connsiteX749" fmla="*/ 5361531 w 7678059"/>
              <a:gd name="connsiteY749" fmla="*/ 2192005 h 6858000"/>
              <a:gd name="connsiteX750" fmla="*/ 5393507 w 7678059"/>
              <a:gd name="connsiteY750" fmla="*/ 2159909 h 6858000"/>
              <a:gd name="connsiteX751" fmla="*/ 5393507 w 7678059"/>
              <a:gd name="connsiteY751" fmla="*/ 2160866 h 6858000"/>
              <a:gd name="connsiteX752" fmla="*/ 5393024 w 7678059"/>
              <a:gd name="connsiteY752" fmla="*/ 2160413 h 6858000"/>
              <a:gd name="connsiteX753" fmla="*/ 5393985 w 7678059"/>
              <a:gd name="connsiteY753" fmla="*/ 2143622 h 6858000"/>
              <a:gd name="connsiteX754" fmla="*/ 5388581 w 7678059"/>
              <a:gd name="connsiteY754" fmla="*/ 2156241 h 6858000"/>
              <a:gd name="connsiteX755" fmla="*/ 5393024 w 7678059"/>
              <a:gd name="connsiteY755" fmla="*/ 2160413 h 6858000"/>
              <a:gd name="connsiteX756" fmla="*/ 5378387 w 7678059"/>
              <a:gd name="connsiteY756" fmla="*/ 2175701 h 6858000"/>
              <a:gd name="connsiteX757" fmla="*/ 5352312 w 7678059"/>
              <a:gd name="connsiteY757" fmla="*/ 2186734 h 6858000"/>
              <a:gd name="connsiteX758" fmla="*/ 5393985 w 7678059"/>
              <a:gd name="connsiteY758" fmla="*/ 2143622 h 6858000"/>
              <a:gd name="connsiteX759" fmla="*/ 5439374 w 7678059"/>
              <a:gd name="connsiteY759" fmla="*/ 2124580 h 6858000"/>
              <a:gd name="connsiteX760" fmla="*/ 5409437 w 7678059"/>
              <a:gd name="connsiteY760" fmla="*/ 2161943 h 6858000"/>
              <a:gd name="connsiteX761" fmla="*/ 5439374 w 7678059"/>
              <a:gd name="connsiteY761" fmla="*/ 2124580 h 6858000"/>
              <a:gd name="connsiteX762" fmla="*/ 5741043 w 7678059"/>
              <a:gd name="connsiteY762" fmla="*/ 2021231 h 6858000"/>
              <a:gd name="connsiteX763" fmla="*/ 5676492 w 7678059"/>
              <a:gd name="connsiteY763" fmla="*/ 2063865 h 6858000"/>
              <a:gd name="connsiteX764" fmla="*/ 5693379 w 7678059"/>
              <a:gd name="connsiteY764" fmla="*/ 2064822 h 6858000"/>
              <a:gd name="connsiteX765" fmla="*/ 5637810 w 7678059"/>
              <a:gd name="connsiteY765" fmla="*/ 2087936 h 6858000"/>
              <a:gd name="connsiteX766" fmla="*/ 5741043 w 7678059"/>
              <a:gd name="connsiteY766" fmla="*/ 2021231 h 6858000"/>
              <a:gd name="connsiteX767" fmla="*/ 5571225 w 7678059"/>
              <a:gd name="connsiteY767" fmla="*/ 2004465 h 6858000"/>
              <a:gd name="connsiteX768" fmla="*/ 5539133 w 7678059"/>
              <a:gd name="connsiteY768" fmla="*/ 2025661 h 6858000"/>
              <a:gd name="connsiteX769" fmla="*/ 5539732 w 7678059"/>
              <a:gd name="connsiteY769" fmla="*/ 2025661 h 6858000"/>
              <a:gd name="connsiteX770" fmla="*/ 5571225 w 7678059"/>
              <a:gd name="connsiteY770" fmla="*/ 2004465 h 6858000"/>
              <a:gd name="connsiteX771" fmla="*/ 6254687 w 7678059"/>
              <a:gd name="connsiteY771" fmla="*/ 1919441 h 6858000"/>
              <a:gd name="connsiteX772" fmla="*/ 6243821 w 7678059"/>
              <a:gd name="connsiteY772" fmla="*/ 1939000 h 6858000"/>
              <a:gd name="connsiteX773" fmla="*/ 6223900 w 7678059"/>
              <a:gd name="connsiteY773" fmla="*/ 1933091 h 6858000"/>
              <a:gd name="connsiteX774" fmla="*/ 6241145 w 7678059"/>
              <a:gd name="connsiteY774" fmla="*/ 1929992 h 6858000"/>
              <a:gd name="connsiteX775" fmla="*/ 6255156 w 7678059"/>
              <a:gd name="connsiteY775" fmla="*/ 1918597 h 6858000"/>
              <a:gd name="connsiteX776" fmla="*/ 6255156 w 7678059"/>
              <a:gd name="connsiteY776" fmla="*/ 1919079 h 6858000"/>
              <a:gd name="connsiteX777" fmla="*/ 6254687 w 7678059"/>
              <a:gd name="connsiteY777" fmla="*/ 1919441 h 6858000"/>
              <a:gd name="connsiteX778" fmla="*/ 5569949 w 7678059"/>
              <a:gd name="connsiteY778" fmla="*/ 1906580 h 6858000"/>
              <a:gd name="connsiteX779" fmla="*/ 5571109 w 7678059"/>
              <a:gd name="connsiteY779" fmla="*/ 1908421 h 6858000"/>
              <a:gd name="connsiteX780" fmla="*/ 5568777 w 7678059"/>
              <a:gd name="connsiteY780" fmla="*/ 1907425 h 6858000"/>
              <a:gd name="connsiteX781" fmla="*/ 5659606 w 7678059"/>
              <a:gd name="connsiteY781" fmla="*/ 1903391 h 6858000"/>
              <a:gd name="connsiteX782" fmla="*/ 5600447 w 7678059"/>
              <a:gd name="connsiteY782" fmla="*/ 1920394 h 6858000"/>
              <a:gd name="connsiteX783" fmla="*/ 5610265 w 7678059"/>
              <a:gd name="connsiteY783" fmla="*/ 1963985 h 6858000"/>
              <a:gd name="connsiteX784" fmla="*/ 5580087 w 7678059"/>
              <a:gd name="connsiteY784" fmla="*/ 1968300 h 6858000"/>
              <a:gd name="connsiteX785" fmla="*/ 5585358 w 7678059"/>
              <a:gd name="connsiteY785" fmla="*/ 1942190 h 6858000"/>
              <a:gd name="connsiteX786" fmla="*/ 5569191 w 7678059"/>
              <a:gd name="connsiteY786" fmla="*/ 1980872 h 6858000"/>
              <a:gd name="connsiteX787" fmla="*/ 5627393 w 7678059"/>
              <a:gd name="connsiteY787" fmla="*/ 1964584 h 6858000"/>
              <a:gd name="connsiteX788" fmla="*/ 5659606 w 7678059"/>
              <a:gd name="connsiteY788" fmla="*/ 1903391 h 6858000"/>
              <a:gd name="connsiteX789" fmla="*/ 5735488 w 7678059"/>
              <a:gd name="connsiteY789" fmla="*/ 1847193 h 6858000"/>
              <a:gd name="connsiteX790" fmla="*/ 5734919 w 7678059"/>
              <a:gd name="connsiteY790" fmla="*/ 1847732 h 6858000"/>
              <a:gd name="connsiteX791" fmla="*/ 5732315 w 7678059"/>
              <a:gd name="connsiteY791" fmla="*/ 1847603 h 6858000"/>
              <a:gd name="connsiteX792" fmla="*/ 5722610 w 7678059"/>
              <a:gd name="connsiteY792" fmla="*/ 1847123 h 6858000"/>
              <a:gd name="connsiteX793" fmla="*/ 5732315 w 7678059"/>
              <a:gd name="connsiteY793" fmla="*/ 1847603 h 6858000"/>
              <a:gd name="connsiteX794" fmla="*/ 5712063 w 7678059"/>
              <a:gd name="connsiteY794" fmla="*/ 1850219 h 6858000"/>
              <a:gd name="connsiteX795" fmla="*/ 5722610 w 7678059"/>
              <a:gd name="connsiteY795" fmla="*/ 1847123 h 6858000"/>
              <a:gd name="connsiteX796" fmla="*/ 5482844 w 7678059"/>
              <a:gd name="connsiteY796" fmla="*/ 1833931 h 6858000"/>
              <a:gd name="connsiteX797" fmla="*/ 5412428 w 7678059"/>
              <a:gd name="connsiteY797" fmla="*/ 1879798 h 6858000"/>
              <a:gd name="connsiteX798" fmla="*/ 5449554 w 7678059"/>
              <a:gd name="connsiteY798" fmla="*/ 1871894 h 6858000"/>
              <a:gd name="connsiteX799" fmla="*/ 5417221 w 7678059"/>
              <a:gd name="connsiteY799" fmla="*/ 1909735 h 6858000"/>
              <a:gd name="connsiteX800" fmla="*/ 5424073 w 7678059"/>
              <a:gd name="connsiteY800" fmla="*/ 1899034 h 6858000"/>
              <a:gd name="connsiteX801" fmla="*/ 5435943 w 7678059"/>
              <a:gd name="connsiteY801" fmla="*/ 1900758 h 6858000"/>
              <a:gd name="connsiteX802" fmla="*/ 5434283 w 7678059"/>
              <a:gd name="connsiteY802" fmla="*/ 1903114 h 6858000"/>
              <a:gd name="connsiteX803" fmla="*/ 5429553 w 7678059"/>
              <a:gd name="connsiteY803" fmla="*/ 1906158 h 6858000"/>
              <a:gd name="connsiteX804" fmla="*/ 5426918 w 7678059"/>
              <a:gd name="connsiteY804" fmla="*/ 1913567 h 6858000"/>
              <a:gd name="connsiteX805" fmla="*/ 5434283 w 7678059"/>
              <a:gd name="connsiteY805" fmla="*/ 1903114 h 6858000"/>
              <a:gd name="connsiteX806" fmla="*/ 5437577 w 7678059"/>
              <a:gd name="connsiteY806" fmla="*/ 1900995 h 6858000"/>
              <a:gd name="connsiteX807" fmla="*/ 5435943 w 7678059"/>
              <a:gd name="connsiteY807" fmla="*/ 1900758 h 6858000"/>
              <a:gd name="connsiteX808" fmla="*/ 5482844 w 7678059"/>
              <a:gd name="connsiteY808" fmla="*/ 1834168 h 6858000"/>
              <a:gd name="connsiteX809" fmla="*/ 6170160 w 7678059"/>
              <a:gd name="connsiteY809" fmla="*/ 1826284 h 6858000"/>
              <a:gd name="connsiteX810" fmla="*/ 6185459 w 7678059"/>
              <a:gd name="connsiteY810" fmla="*/ 1829858 h 6858000"/>
              <a:gd name="connsiteX811" fmla="*/ 6012650 w 7678059"/>
              <a:gd name="connsiteY811" fmla="*/ 1891056 h 6858000"/>
              <a:gd name="connsiteX812" fmla="*/ 6148639 w 7678059"/>
              <a:gd name="connsiteY812" fmla="*/ 1828324 h 6858000"/>
              <a:gd name="connsiteX813" fmla="*/ 6170160 w 7678059"/>
              <a:gd name="connsiteY813" fmla="*/ 1826284 h 6858000"/>
              <a:gd name="connsiteX814" fmla="*/ 5918882 w 7678059"/>
              <a:gd name="connsiteY814" fmla="*/ 1795370 h 6858000"/>
              <a:gd name="connsiteX815" fmla="*/ 5838527 w 7678059"/>
              <a:gd name="connsiteY815" fmla="*/ 1829380 h 6858000"/>
              <a:gd name="connsiteX816" fmla="*/ 5863193 w 7678059"/>
              <a:gd name="connsiteY816" fmla="*/ 1826984 h 6858000"/>
              <a:gd name="connsiteX817" fmla="*/ 5754814 w 7678059"/>
              <a:gd name="connsiteY817" fmla="*/ 1872372 h 6858000"/>
              <a:gd name="connsiteX818" fmla="*/ 5767748 w 7678059"/>
              <a:gd name="connsiteY818" fmla="*/ 1843034 h 6858000"/>
              <a:gd name="connsiteX819" fmla="*/ 5735488 w 7678059"/>
              <a:gd name="connsiteY819" fmla="*/ 1847193 h 6858000"/>
              <a:gd name="connsiteX820" fmla="*/ 5747987 w 7678059"/>
              <a:gd name="connsiteY820" fmla="*/ 1835366 h 6858000"/>
              <a:gd name="connsiteX821" fmla="*/ 5725234 w 7678059"/>
              <a:gd name="connsiteY821" fmla="*/ 1820997 h 6858000"/>
              <a:gd name="connsiteX822" fmla="*/ 5737212 w 7678059"/>
              <a:gd name="connsiteY822" fmla="*/ 1808304 h 6858000"/>
              <a:gd name="connsiteX823" fmla="*/ 5666312 w 7678059"/>
              <a:gd name="connsiteY823" fmla="*/ 1834410 h 6858000"/>
              <a:gd name="connsiteX824" fmla="*/ 5602602 w 7678059"/>
              <a:gd name="connsiteY824" fmla="*/ 1864110 h 6858000"/>
              <a:gd name="connsiteX825" fmla="*/ 5622243 w 7678059"/>
              <a:gd name="connsiteY825" fmla="*/ 1871894 h 6858000"/>
              <a:gd name="connsiteX826" fmla="*/ 5576272 w 7678059"/>
              <a:gd name="connsiteY826" fmla="*/ 1902055 h 6858000"/>
              <a:gd name="connsiteX827" fmla="*/ 5569949 w 7678059"/>
              <a:gd name="connsiteY827" fmla="*/ 1906580 h 6858000"/>
              <a:gd name="connsiteX828" fmla="*/ 5561541 w 7678059"/>
              <a:gd name="connsiteY828" fmla="*/ 1893224 h 6858000"/>
              <a:gd name="connsiteX829" fmla="*/ 5556976 w 7678059"/>
              <a:gd name="connsiteY829" fmla="*/ 1874648 h 6858000"/>
              <a:gd name="connsiteX830" fmla="*/ 5572186 w 7678059"/>
              <a:gd name="connsiteY830" fmla="*/ 1852253 h 6858000"/>
              <a:gd name="connsiteX831" fmla="*/ 5577815 w 7678059"/>
              <a:gd name="connsiteY831" fmla="*/ 1826027 h 6858000"/>
              <a:gd name="connsiteX832" fmla="*/ 5513501 w 7678059"/>
              <a:gd name="connsiteY832" fmla="*/ 1829139 h 6858000"/>
              <a:gd name="connsiteX833" fmla="*/ 5486081 w 7678059"/>
              <a:gd name="connsiteY833" fmla="*/ 1880397 h 6858000"/>
              <a:gd name="connsiteX834" fmla="*/ 5544400 w 7678059"/>
              <a:gd name="connsiteY834" fmla="*/ 1863868 h 6858000"/>
              <a:gd name="connsiteX835" fmla="*/ 5533383 w 7678059"/>
              <a:gd name="connsiteY835" fmla="*/ 1875846 h 6858000"/>
              <a:gd name="connsiteX836" fmla="*/ 5550029 w 7678059"/>
              <a:gd name="connsiteY836" fmla="*/ 1876923 h 6858000"/>
              <a:gd name="connsiteX837" fmla="*/ 5515419 w 7678059"/>
              <a:gd name="connsiteY837" fmla="*/ 1891414 h 6858000"/>
              <a:gd name="connsiteX838" fmla="*/ 5510148 w 7678059"/>
              <a:gd name="connsiteY838" fmla="*/ 1917519 h 6858000"/>
              <a:gd name="connsiteX839" fmla="*/ 5549136 w 7678059"/>
              <a:gd name="connsiteY839" fmla="*/ 1899029 h 6858000"/>
              <a:gd name="connsiteX840" fmla="*/ 5568777 w 7678059"/>
              <a:gd name="connsiteY840" fmla="*/ 1907425 h 6858000"/>
              <a:gd name="connsiteX841" fmla="*/ 5533263 w 7678059"/>
              <a:gd name="connsiteY841" fmla="*/ 1932850 h 6858000"/>
              <a:gd name="connsiteX842" fmla="*/ 5537693 w 7678059"/>
              <a:gd name="connsiteY842" fmla="*/ 1962908 h 6858000"/>
              <a:gd name="connsiteX843" fmla="*/ 5538892 w 7678059"/>
              <a:gd name="connsiteY843" fmla="*/ 1946383 h 6858000"/>
              <a:gd name="connsiteX844" fmla="*/ 5576259 w 7678059"/>
              <a:gd name="connsiteY844" fmla="*/ 1938716 h 6858000"/>
              <a:gd name="connsiteX845" fmla="*/ 5585599 w 7678059"/>
              <a:gd name="connsiteY845" fmla="*/ 1902788 h 6858000"/>
              <a:gd name="connsiteX846" fmla="*/ 5596857 w 7678059"/>
              <a:gd name="connsiteY846" fmla="*/ 1890815 h 6858000"/>
              <a:gd name="connsiteX847" fmla="*/ 5637694 w 7678059"/>
              <a:gd name="connsiteY847" fmla="*/ 1889858 h 6858000"/>
              <a:gd name="connsiteX848" fmla="*/ 5708468 w 7678059"/>
              <a:gd name="connsiteY848" fmla="*/ 1860515 h 6858000"/>
              <a:gd name="connsiteX849" fmla="*/ 5699728 w 7678059"/>
              <a:gd name="connsiteY849" fmla="*/ 1879915 h 6858000"/>
              <a:gd name="connsiteX850" fmla="*/ 5748349 w 7678059"/>
              <a:gd name="connsiteY850" fmla="*/ 1875846 h 6858000"/>
              <a:gd name="connsiteX851" fmla="*/ 5710985 w 7678059"/>
              <a:gd name="connsiteY851" fmla="*/ 1907102 h 6858000"/>
              <a:gd name="connsiteX852" fmla="*/ 5787509 w 7678059"/>
              <a:gd name="connsiteY852" fmla="*/ 1890577 h 6858000"/>
              <a:gd name="connsiteX853" fmla="*/ 5917206 w 7678059"/>
              <a:gd name="connsiteY853" fmla="*/ 1811894 h 6858000"/>
              <a:gd name="connsiteX854" fmla="*/ 5918882 w 7678059"/>
              <a:gd name="connsiteY854" fmla="*/ 1795370 h 6858000"/>
              <a:gd name="connsiteX855" fmla="*/ 6266263 w 7678059"/>
              <a:gd name="connsiteY855" fmla="*/ 1778086 h 6858000"/>
              <a:gd name="connsiteX856" fmla="*/ 6289050 w 7678059"/>
              <a:gd name="connsiteY856" fmla="*/ 1788663 h 6858000"/>
              <a:gd name="connsiteX857" fmla="*/ 6231568 w 7678059"/>
              <a:gd name="connsiteY857" fmla="*/ 1808183 h 6858000"/>
              <a:gd name="connsiteX858" fmla="*/ 6256117 w 7678059"/>
              <a:gd name="connsiteY858" fmla="*/ 1780160 h 6858000"/>
              <a:gd name="connsiteX859" fmla="*/ 6266263 w 7678059"/>
              <a:gd name="connsiteY859" fmla="*/ 1778086 h 6858000"/>
              <a:gd name="connsiteX860" fmla="*/ 6399584 w 7678059"/>
              <a:gd name="connsiteY860" fmla="*/ 1775608 h 6858000"/>
              <a:gd name="connsiteX861" fmla="*/ 6401381 w 7678059"/>
              <a:gd name="connsiteY861" fmla="*/ 1798844 h 6858000"/>
              <a:gd name="connsiteX862" fmla="*/ 6401381 w 7678059"/>
              <a:gd name="connsiteY862" fmla="*/ 1799201 h 6858000"/>
              <a:gd name="connsiteX863" fmla="*/ 6369643 w 7678059"/>
              <a:gd name="connsiteY863" fmla="*/ 1815368 h 6858000"/>
              <a:gd name="connsiteX864" fmla="*/ 6374194 w 7678059"/>
              <a:gd name="connsiteY864" fmla="*/ 1804951 h 6858000"/>
              <a:gd name="connsiteX865" fmla="*/ 6355273 w 7678059"/>
              <a:gd name="connsiteY865" fmla="*/ 1806149 h 6858000"/>
              <a:gd name="connsiteX866" fmla="*/ 6367251 w 7678059"/>
              <a:gd name="connsiteY866" fmla="*/ 1794172 h 6858000"/>
              <a:gd name="connsiteX867" fmla="*/ 6399584 w 7678059"/>
              <a:gd name="connsiteY867" fmla="*/ 1775608 h 6858000"/>
              <a:gd name="connsiteX868" fmla="*/ 6734065 w 7678059"/>
              <a:gd name="connsiteY868" fmla="*/ 1773453 h 6858000"/>
              <a:gd name="connsiteX869" fmla="*/ 6652150 w 7678059"/>
              <a:gd name="connsiteY869" fmla="*/ 1836444 h 6858000"/>
              <a:gd name="connsiteX870" fmla="*/ 6599098 w 7678059"/>
              <a:gd name="connsiteY870" fmla="*/ 1866023 h 6858000"/>
              <a:gd name="connsiteX871" fmla="*/ 6568919 w 7678059"/>
              <a:gd name="connsiteY871" fmla="*/ 1883151 h 6858000"/>
              <a:gd name="connsiteX872" fmla="*/ 6537064 w 7678059"/>
              <a:gd name="connsiteY872" fmla="*/ 1902430 h 6858000"/>
              <a:gd name="connsiteX873" fmla="*/ 6734065 w 7678059"/>
              <a:gd name="connsiteY873" fmla="*/ 1773453 h 6858000"/>
              <a:gd name="connsiteX874" fmla="*/ 5705236 w 7678059"/>
              <a:gd name="connsiteY874" fmla="*/ 1773453 h 6858000"/>
              <a:gd name="connsiteX875" fmla="*/ 5689547 w 7678059"/>
              <a:gd name="connsiteY875" fmla="*/ 1795969 h 6858000"/>
              <a:gd name="connsiteX876" fmla="*/ 5655296 w 7678059"/>
              <a:gd name="connsiteY876" fmla="*/ 1794172 h 6858000"/>
              <a:gd name="connsiteX877" fmla="*/ 5635535 w 7678059"/>
              <a:gd name="connsiteY877" fmla="*/ 1826268 h 6858000"/>
              <a:gd name="connsiteX878" fmla="*/ 5703796 w 7678059"/>
              <a:gd name="connsiteY878" fmla="*/ 1790340 h 6858000"/>
              <a:gd name="connsiteX879" fmla="*/ 5693857 w 7678059"/>
              <a:gd name="connsiteY879" fmla="*/ 1786146 h 6858000"/>
              <a:gd name="connsiteX880" fmla="*/ 5705236 w 7678059"/>
              <a:gd name="connsiteY880" fmla="*/ 1773453 h 6858000"/>
              <a:gd name="connsiteX881" fmla="*/ 6397054 w 7678059"/>
              <a:gd name="connsiteY881" fmla="*/ 1751442 h 6858000"/>
              <a:gd name="connsiteX882" fmla="*/ 6388374 w 7678059"/>
              <a:gd name="connsiteY882" fmla="*/ 1760670 h 6858000"/>
              <a:gd name="connsiteX883" fmla="*/ 6353239 w 7678059"/>
              <a:gd name="connsiteY883" fmla="*/ 1782078 h 6858000"/>
              <a:gd name="connsiteX884" fmla="*/ 6365216 w 7678059"/>
              <a:gd name="connsiteY884" fmla="*/ 1767583 h 6858000"/>
              <a:gd name="connsiteX885" fmla="*/ 6346175 w 7678059"/>
              <a:gd name="connsiteY885" fmla="*/ 1768902 h 6858000"/>
              <a:gd name="connsiteX886" fmla="*/ 6358148 w 7678059"/>
              <a:gd name="connsiteY886" fmla="*/ 1757886 h 6858000"/>
              <a:gd name="connsiteX887" fmla="*/ 6397188 w 7678059"/>
              <a:gd name="connsiteY887" fmla="*/ 1751300 h 6858000"/>
              <a:gd name="connsiteX888" fmla="*/ 6397188 w 7678059"/>
              <a:gd name="connsiteY888" fmla="*/ 1751416 h 6858000"/>
              <a:gd name="connsiteX889" fmla="*/ 6397054 w 7678059"/>
              <a:gd name="connsiteY889" fmla="*/ 1751442 h 6858000"/>
              <a:gd name="connsiteX890" fmla="*/ 5732897 w 7678059"/>
              <a:gd name="connsiteY890" fmla="*/ 1738124 h 6858000"/>
              <a:gd name="connsiteX891" fmla="*/ 5675893 w 7678059"/>
              <a:gd name="connsiteY891" fmla="*/ 1762075 h 6858000"/>
              <a:gd name="connsiteX892" fmla="*/ 5732897 w 7678059"/>
              <a:gd name="connsiteY892" fmla="*/ 1738124 h 6858000"/>
              <a:gd name="connsiteX893" fmla="*/ 6049177 w 7678059"/>
              <a:gd name="connsiteY893" fmla="*/ 1729983 h 6858000"/>
              <a:gd name="connsiteX894" fmla="*/ 6028067 w 7678059"/>
              <a:gd name="connsiteY894" fmla="*/ 1743469 h 6858000"/>
              <a:gd name="connsiteX895" fmla="*/ 6000957 w 7678059"/>
              <a:gd name="connsiteY895" fmla="*/ 1759683 h 6858000"/>
              <a:gd name="connsiteX896" fmla="*/ 6000074 w 7678059"/>
              <a:gd name="connsiteY896" fmla="*/ 1759799 h 6858000"/>
              <a:gd name="connsiteX897" fmla="*/ 5999957 w 7678059"/>
              <a:gd name="connsiteY897" fmla="*/ 1760282 h 6858000"/>
              <a:gd name="connsiteX898" fmla="*/ 6000957 w 7678059"/>
              <a:gd name="connsiteY898" fmla="*/ 1759683 h 6858000"/>
              <a:gd name="connsiteX899" fmla="*/ 6046630 w 7678059"/>
              <a:gd name="connsiteY899" fmla="*/ 1753515 h 6858000"/>
              <a:gd name="connsiteX900" fmla="*/ 6049177 w 7678059"/>
              <a:gd name="connsiteY900" fmla="*/ 1729983 h 6858000"/>
              <a:gd name="connsiteX901" fmla="*/ 5835591 w 7678059"/>
              <a:gd name="connsiteY901" fmla="*/ 1729621 h 6858000"/>
              <a:gd name="connsiteX902" fmla="*/ 5775411 w 7678059"/>
              <a:gd name="connsiteY902" fmla="*/ 1760161 h 6858000"/>
              <a:gd name="connsiteX903" fmla="*/ 5835591 w 7678059"/>
              <a:gd name="connsiteY903" fmla="*/ 1729621 h 6858000"/>
              <a:gd name="connsiteX904" fmla="*/ 5751534 w 7678059"/>
              <a:gd name="connsiteY904" fmla="*/ 1698392 h 6858000"/>
              <a:gd name="connsiteX905" fmla="*/ 5745595 w 7678059"/>
              <a:gd name="connsiteY905" fmla="*/ 1709023 h 6858000"/>
              <a:gd name="connsiteX906" fmla="*/ 5755654 w 7678059"/>
              <a:gd name="connsiteY906" fmla="*/ 1712618 h 6858000"/>
              <a:gd name="connsiteX907" fmla="*/ 5736850 w 7678059"/>
              <a:gd name="connsiteY907" fmla="*/ 1728664 h 6858000"/>
              <a:gd name="connsiteX908" fmla="*/ 5754094 w 7678059"/>
              <a:gd name="connsiteY908" fmla="*/ 1729384 h 6858000"/>
              <a:gd name="connsiteX909" fmla="*/ 5749784 w 7678059"/>
              <a:gd name="connsiteY909" fmla="*/ 1739081 h 6858000"/>
              <a:gd name="connsiteX910" fmla="*/ 5782958 w 7678059"/>
              <a:gd name="connsiteY910" fmla="*/ 1717286 h 6858000"/>
              <a:gd name="connsiteX911" fmla="*/ 5761223 w 7678059"/>
              <a:gd name="connsiteY911" fmla="*/ 1703726 h 6858000"/>
              <a:gd name="connsiteX912" fmla="*/ 5751534 w 7678059"/>
              <a:gd name="connsiteY912" fmla="*/ 1698392 h 6858000"/>
              <a:gd name="connsiteX913" fmla="*/ 6497305 w 7678059"/>
              <a:gd name="connsiteY913" fmla="*/ 1690223 h 6858000"/>
              <a:gd name="connsiteX914" fmla="*/ 6455631 w 7678059"/>
              <a:gd name="connsiteY914" fmla="*/ 1728785 h 6858000"/>
              <a:gd name="connsiteX915" fmla="*/ 6402700 w 7678059"/>
              <a:gd name="connsiteY915" fmla="*/ 1723755 h 6858000"/>
              <a:gd name="connsiteX916" fmla="*/ 6447847 w 7678059"/>
              <a:gd name="connsiteY916" fmla="*/ 1711062 h 6858000"/>
              <a:gd name="connsiteX917" fmla="*/ 6497305 w 7678059"/>
              <a:gd name="connsiteY917" fmla="*/ 1690223 h 6858000"/>
              <a:gd name="connsiteX918" fmla="*/ 6888553 w 7678059"/>
              <a:gd name="connsiteY918" fmla="*/ 1681961 h 6858000"/>
              <a:gd name="connsiteX919" fmla="*/ 6839690 w 7678059"/>
              <a:gd name="connsiteY919" fmla="*/ 1722436 h 6858000"/>
              <a:gd name="connsiteX920" fmla="*/ 6767119 w 7678059"/>
              <a:gd name="connsiteY920" fmla="*/ 1770342 h 6858000"/>
              <a:gd name="connsiteX921" fmla="*/ 6888553 w 7678059"/>
              <a:gd name="connsiteY921" fmla="*/ 1681961 h 6858000"/>
              <a:gd name="connsiteX922" fmla="*/ 6072368 w 7678059"/>
              <a:gd name="connsiteY922" fmla="*/ 1665783 h 6858000"/>
              <a:gd name="connsiteX923" fmla="*/ 6057948 w 7678059"/>
              <a:gd name="connsiteY923" fmla="*/ 1666885 h 6858000"/>
              <a:gd name="connsiteX924" fmla="*/ 6036364 w 7678059"/>
              <a:gd name="connsiteY924" fmla="*/ 1681362 h 6858000"/>
              <a:gd name="connsiteX925" fmla="*/ 6086062 w 7678059"/>
              <a:gd name="connsiteY925" fmla="*/ 1673457 h 6858000"/>
              <a:gd name="connsiteX926" fmla="*/ 6086183 w 7678059"/>
              <a:gd name="connsiteY926" fmla="*/ 1672979 h 6858000"/>
              <a:gd name="connsiteX927" fmla="*/ 6072368 w 7678059"/>
              <a:gd name="connsiteY927" fmla="*/ 1665783 h 6858000"/>
              <a:gd name="connsiteX928" fmla="*/ 6483056 w 7678059"/>
              <a:gd name="connsiteY928" fmla="*/ 1664475 h 6858000"/>
              <a:gd name="connsiteX929" fmla="*/ 6455631 w 7678059"/>
              <a:gd name="connsiteY929" fmla="*/ 1688426 h 6858000"/>
              <a:gd name="connsiteX930" fmla="*/ 6414915 w 7678059"/>
              <a:gd name="connsiteY930" fmla="*/ 1708786 h 6858000"/>
              <a:gd name="connsiteX931" fmla="*/ 6445572 w 7678059"/>
              <a:gd name="connsiteY931" fmla="*/ 1678965 h 6858000"/>
              <a:gd name="connsiteX932" fmla="*/ 6483056 w 7678059"/>
              <a:gd name="connsiteY932" fmla="*/ 1664475 h 6858000"/>
              <a:gd name="connsiteX933" fmla="*/ 6689039 w 7678059"/>
              <a:gd name="connsiteY933" fmla="*/ 1663156 h 6858000"/>
              <a:gd name="connsiteX934" fmla="*/ 6486646 w 7678059"/>
              <a:gd name="connsiteY934" fmla="*/ 1787823 h 6858000"/>
              <a:gd name="connsiteX935" fmla="*/ 6689039 w 7678059"/>
              <a:gd name="connsiteY935" fmla="*/ 1663156 h 6858000"/>
              <a:gd name="connsiteX936" fmla="*/ 6163784 w 7678059"/>
              <a:gd name="connsiteY936" fmla="*/ 1645554 h 6858000"/>
              <a:gd name="connsiteX937" fmla="*/ 6163784 w 7678059"/>
              <a:gd name="connsiteY937" fmla="*/ 1645554 h 6858000"/>
              <a:gd name="connsiteX938" fmla="*/ 6466889 w 7678059"/>
              <a:gd name="connsiteY938" fmla="*/ 1597770 h 6858000"/>
              <a:gd name="connsiteX939" fmla="*/ 6326892 w 7678059"/>
              <a:gd name="connsiteY939" fmla="*/ 1671781 h 6858000"/>
              <a:gd name="connsiteX940" fmla="*/ 6017559 w 7678059"/>
              <a:gd name="connsiteY940" fmla="*/ 1800637 h 6858000"/>
              <a:gd name="connsiteX941" fmla="*/ 5990734 w 7678059"/>
              <a:gd name="connsiteY941" fmla="*/ 1820398 h 6858000"/>
              <a:gd name="connsiteX942" fmla="*/ 6011452 w 7678059"/>
              <a:gd name="connsiteY942" fmla="*/ 1827462 h 6858000"/>
              <a:gd name="connsiteX943" fmla="*/ 5900556 w 7678059"/>
              <a:gd name="connsiteY943" fmla="*/ 1846982 h 6858000"/>
              <a:gd name="connsiteX944" fmla="*/ 5824153 w 7678059"/>
              <a:gd name="connsiteY944" fmla="*/ 1885427 h 6858000"/>
              <a:gd name="connsiteX945" fmla="*/ 5759003 w 7678059"/>
              <a:gd name="connsiteY945" fmla="*/ 1923747 h 6858000"/>
              <a:gd name="connsiteX946" fmla="*/ 5683319 w 7678059"/>
              <a:gd name="connsiteY946" fmla="*/ 1941711 h 6858000"/>
              <a:gd name="connsiteX947" fmla="*/ 5593978 w 7678059"/>
              <a:gd name="connsiteY947" fmla="*/ 2002667 h 6858000"/>
              <a:gd name="connsiteX948" fmla="*/ 5627152 w 7678059"/>
              <a:gd name="connsiteY948" fmla="*/ 2004702 h 6858000"/>
              <a:gd name="connsiteX949" fmla="*/ 5616256 w 7678059"/>
              <a:gd name="connsiteY949" fmla="*/ 2017278 h 6858000"/>
              <a:gd name="connsiteX950" fmla="*/ 5676130 w 7678059"/>
              <a:gd name="connsiteY950" fmla="*/ 1983505 h 6858000"/>
              <a:gd name="connsiteX951" fmla="*/ 5744276 w 7678059"/>
              <a:gd name="connsiteY951" fmla="*/ 1944465 h 6858000"/>
              <a:gd name="connsiteX952" fmla="*/ 5824752 w 7678059"/>
              <a:gd name="connsiteY952" fmla="*/ 1938957 h 6858000"/>
              <a:gd name="connsiteX953" fmla="*/ 5965827 w 7678059"/>
              <a:gd name="connsiteY953" fmla="*/ 1863269 h 6858000"/>
              <a:gd name="connsiteX954" fmla="*/ 6107617 w 7678059"/>
              <a:gd name="connsiteY954" fmla="*/ 1811894 h 6858000"/>
              <a:gd name="connsiteX955" fmla="*/ 6191446 w 7678059"/>
              <a:gd name="connsiteY955" fmla="*/ 1762316 h 6858000"/>
              <a:gd name="connsiteX956" fmla="*/ 6206419 w 7678059"/>
              <a:gd name="connsiteY956" fmla="*/ 1755369 h 6858000"/>
              <a:gd name="connsiteX957" fmla="*/ 6274797 w 7678059"/>
              <a:gd name="connsiteY957" fmla="*/ 1722199 h 6858000"/>
              <a:gd name="connsiteX958" fmla="*/ 6346653 w 7678059"/>
              <a:gd name="connsiteY958" fmla="*/ 1684715 h 6858000"/>
              <a:gd name="connsiteX959" fmla="*/ 6413238 w 7678059"/>
              <a:gd name="connsiteY959" fmla="*/ 1643279 h 6858000"/>
              <a:gd name="connsiteX960" fmla="*/ 6466889 w 7678059"/>
              <a:gd name="connsiteY960" fmla="*/ 1597770 h 6858000"/>
              <a:gd name="connsiteX961" fmla="*/ 6862327 w 7678059"/>
              <a:gd name="connsiteY961" fmla="*/ 1574177 h 6858000"/>
              <a:gd name="connsiteX962" fmla="*/ 6862327 w 7678059"/>
              <a:gd name="connsiteY962" fmla="*/ 1574655 h 6858000"/>
              <a:gd name="connsiteX963" fmla="*/ 6862189 w 7678059"/>
              <a:gd name="connsiteY963" fmla="*/ 1574327 h 6858000"/>
              <a:gd name="connsiteX964" fmla="*/ 7250816 w 7678059"/>
              <a:gd name="connsiteY964" fmla="*/ 1569867 h 6858000"/>
              <a:gd name="connsiteX965" fmla="*/ 7108065 w 7678059"/>
              <a:gd name="connsiteY965" fmla="*/ 1667350 h 6858000"/>
              <a:gd name="connsiteX966" fmla="*/ 7250816 w 7678059"/>
              <a:gd name="connsiteY966" fmla="*/ 1569867 h 6858000"/>
              <a:gd name="connsiteX967" fmla="*/ 6219590 w 7678059"/>
              <a:gd name="connsiteY967" fmla="*/ 1568910 h 6858000"/>
              <a:gd name="connsiteX968" fmla="*/ 6156121 w 7678059"/>
              <a:gd name="connsiteY968" fmla="*/ 1627948 h 6858000"/>
              <a:gd name="connsiteX969" fmla="*/ 6092170 w 7678059"/>
              <a:gd name="connsiteY969" fmla="*/ 1686749 h 6858000"/>
              <a:gd name="connsiteX970" fmla="*/ 6092290 w 7678059"/>
              <a:gd name="connsiteY970" fmla="*/ 1686271 h 6858000"/>
              <a:gd name="connsiteX971" fmla="*/ 5966068 w 7678059"/>
              <a:gd name="connsiteY971" fmla="*/ 1742676 h 6858000"/>
              <a:gd name="connsiteX972" fmla="*/ 5964628 w 7678059"/>
              <a:gd name="connsiteY972" fmla="*/ 1718725 h 6858000"/>
              <a:gd name="connsiteX973" fmla="*/ 5884031 w 7678059"/>
              <a:gd name="connsiteY973" fmla="*/ 1753334 h 6858000"/>
              <a:gd name="connsiteX974" fmla="*/ 5885350 w 7678059"/>
              <a:gd name="connsiteY974" fmla="*/ 1777285 h 6858000"/>
              <a:gd name="connsiteX975" fmla="*/ 5793854 w 7678059"/>
              <a:gd name="connsiteY975" fmla="*/ 1823751 h 6858000"/>
              <a:gd name="connsiteX976" fmla="*/ 5872894 w 7678059"/>
              <a:gd name="connsiteY976" fmla="*/ 1792254 h 6858000"/>
              <a:gd name="connsiteX977" fmla="*/ 5932773 w 7678059"/>
              <a:gd name="connsiteY977" fmla="*/ 1769023 h 6858000"/>
              <a:gd name="connsiteX978" fmla="*/ 6060914 w 7678059"/>
              <a:gd name="connsiteY978" fmla="*/ 1716687 h 6858000"/>
              <a:gd name="connsiteX979" fmla="*/ 6077438 w 7678059"/>
              <a:gd name="connsiteY979" fmla="*/ 1733452 h 6858000"/>
              <a:gd name="connsiteX980" fmla="*/ 6137317 w 7678059"/>
              <a:gd name="connsiteY980" fmla="*/ 1665553 h 6858000"/>
              <a:gd name="connsiteX981" fmla="*/ 6139235 w 7678059"/>
              <a:gd name="connsiteY981" fmla="*/ 1689503 h 6858000"/>
              <a:gd name="connsiteX982" fmla="*/ 6176240 w 7678059"/>
              <a:gd name="connsiteY982" fmla="*/ 1663398 h 6858000"/>
              <a:gd name="connsiteX983" fmla="*/ 6215517 w 7678059"/>
              <a:gd name="connsiteY983" fmla="*/ 1636930 h 6858000"/>
              <a:gd name="connsiteX984" fmla="*/ 6168457 w 7678059"/>
              <a:gd name="connsiteY984" fmla="*/ 1635374 h 6858000"/>
              <a:gd name="connsiteX985" fmla="*/ 6284977 w 7678059"/>
              <a:gd name="connsiteY985" fmla="*/ 1569625 h 6858000"/>
              <a:gd name="connsiteX986" fmla="*/ 6228335 w 7678059"/>
              <a:gd name="connsiteY986" fmla="*/ 1605553 h 6858000"/>
              <a:gd name="connsiteX987" fmla="*/ 6219590 w 7678059"/>
              <a:gd name="connsiteY987" fmla="*/ 1568910 h 6858000"/>
              <a:gd name="connsiteX988" fmla="*/ 7056931 w 7678059"/>
              <a:gd name="connsiteY988" fmla="*/ 1567470 h 6858000"/>
              <a:gd name="connsiteX989" fmla="*/ 7017292 w 7678059"/>
              <a:gd name="connsiteY989" fmla="*/ 1606993 h 6858000"/>
              <a:gd name="connsiteX990" fmla="*/ 6979808 w 7678059"/>
              <a:gd name="connsiteY990" fmla="*/ 1633336 h 6858000"/>
              <a:gd name="connsiteX991" fmla="*/ 6901125 w 7678059"/>
              <a:gd name="connsiteY991" fmla="*/ 1682319 h 6858000"/>
              <a:gd name="connsiteX992" fmla="*/ 7056931 w 7678059"/>
              <a:gd name="connsiteY992" fmla="*/ 1567470 h 6858000"/>
              <a:gd name="connsiteX993" fmla="*/ 6538142 w 7678059"/>
              <a:gd name="connsiteY993" fmla="*/ 1557174 h 6858000"/>
              <a:gd name="connsiteX994" fmla="*/ 6490241 w 7678059"/>
              <a:gd name="connsiteY994" fmla="*/ 1601601 h 6858000"/>
              <a:gd name="connsiteX995" fmla="*/ 6538142 w 7678059"/>
              <a:gd name="connsiteY995" fmla="*/ 1557174 h 6858000"/>
              <a:gd name="connsiteX996" fmla="*/ 7006151 w 7678059"/>
              <a:gd name="connsiteY996" fmla="*/ 1551424 h 6858000"/>
              <a:gd name="connsiteX997" fmla="*/ 6814542 w 7678059"/>
              <a:gd name="connsiteY997" fmla="*/ 1700283 h 6858000"/>
              <a:gd name="connsiteX998" fmla="*/ 6633949 w 7678059"/>
              <a:gd name="connsiteY998" fmla="*/ 1815967 h 6858000"/>
              <a:gd name="connsiteX999" fmla="*/ 6816218 w 7678059"/>
              <a:gd name="connsiteY999" fmla="*/ 1684232 h 6858000"/>
              <a:gd name="connsiteX1000" fmla="*/ 7006151 w 7678059"/>
              <a:gd name="connsiteY1000" fmla="*/ 1551424 h 6858000"/>
              <a:gd name="connsiteX1001" fmla="*/ 6348088 w 7678059"/>
              <a:gd name="connsiteY1001" fmla="*/ 1545076 h 6858000"/>
              <a:gd name="connsiteX1002" fmla="*/ 6292162 w 7678059"/>
              <a:gd name="connsiteY1002" fmla="*/ 1565794 h 6858000"/>
              <a:gd name="connsiteX1003" fmla="*/ 6348088 w 7678059"/>
              <a:gd name="connsiteY1003" fmla="*/ 1545076 h 6858000"/>
              <a:gd name="connsiteX1004" fmla="*/ 6278749 w 7678059"/>
              <a:gd name="connsiteY1004" fmla="*/ 1539567 h 6858000"/>
              <a:gd name="connsiteX1005" fmla="*/ 6229891 w 7678059"/>
              <a:gd name="connsiteY1005" fmla="*/ 1572500 h 6858000"/>
              <a:gd name="connsiteX1006" fmla="*/ 6278749 w 7678059"/>
              <a:gd name="connsiteY1006" fmla="*/ 1539567 h 6858000"/>
              <a:gd name="connsiteX1007" fmla="*/ 6857777 w 7678059"/>
              <a:gd name="connsiteY1007" fmla="*/ 1537025 h 6858000"/>
              <a:gd name="connsiteX1008" fmla="*/ 6854961 w 7678059"/>
              <a:gd name="connsiteY1008" fmla="*/ 1556812 h 6858000"/>
              <a:gd name="connsiteX1009" fmla="*/ 6862189 w 7678059"/>
              <a:gd name="connsiteY1009" fmla="*/ 1574327 h 6858000"/>
              <a:gd name="connsiteX1010" fmla="*/ 6853073 w 7678059"/>
              <a:gd name="connsiteY1010" fmla="*/ 1584236 h 6858000"/>
              <a:gd name="connsiteX1011" fmla="*/ 6820291 w 7678059"/>
              <a:gd name="connsiteY1011" fmla="*/ 1597170 h 6858000"/>
              <a:gd name="connsiteX1012" fmla="*/ 6753585 w 7678059"/>
              <a:gd name="connsiteY1012" fmla="*/ 1638964 h 6858000"/>
              <a:gd name="connsiteX1013" fmla="*/ 6849392 w 7678059"/>
              <a:gd name="connsiteY1013" fmla="*/ 1538611 h 6858000"/>
              <a:gd name="connsiteX1014" fmla="*/ 6857777 w 7678059"/>
              <a:gd name="connsiteY1014" fmla="*/ 1537025 h 6858000"/>
              <a:gd name="connsiteX1015" fmla="*/ 6763645 w 7678059"/>
              <a:gd name="connsiteY1015" fmla="*/ 1500170 h 6858000"/>
              <a:gd name="connsiteX1016" fmla="*/ 6764722 w 7678059"/>
              <a:gd name="connsiteY1016" fmla="*/ 1535016 h 6858000"/>
              <a:gd name="connsiteX1017" fmla="*/ 6701611 w 7678059"/>
              <a:gd name="connsiteY1017" fmla="*/ 1558967 h 6858000"/>
              <a:gd name="connsiteX1018" fmla="*/ 6763645 w 7678059"/>
              <a:gd name="connsiteY1018" fmla="*/ 1500170 h 6858000"/>
              <a:gd name="connsiteX1019" fmla="*/ 6342938 w 7678059"/>
              <a:gd name="connsiteY1019" fmla="*/ 1481607 h 6858000"/>
              <a:gd name="connsiteX1020" fmla="*/ 6316595 w 7678059"/>
              <a:gd name="connsiteY1020" fmla="*/ 1503760 h 6858000"/>
              <a:gd name="connsiteX1021" fmla="*/ 6342343 w 7678059"/>
              <a:gd name="connsiteY1021" fmla="*/ 1498730 h 6858000"/>
              <a:gd name="connsiteX1022" fmla="*/ 6342343 w 7678059"/>
              <a:gd name="connsiteY1022" fmla="*/ 1515496 h 6858000"/>
              <a:gd name="connsiteX1023" fmla="*/ 6378151 w 7678059"/>
              <a:gd name="connsiteY1023" fmla="*/ 1496097 h 6858000"/>
              <a:gd name="connsiteX1024" fmla="*/ 6383629 w 7678059"/>
              <a:gd name="connsiteY1024" fmla="*/ 1484555 h 6858000"/>
              <a:gd name="connsiteX1025" fmla="*/ 6383775 w 7678059"/>
              <a:gd name="connsiteY1025" fmla="*/ 1484481 h 6858000"/>
              <a:gd name="connsiteX1026" fmla="*/ 6383775 w 7678059"/>
              <a:gd name="connsiteY1026" fmla="*/ 1484240 h 6858000"/>
              <a:gd name="connsiteX1027" fmla="*/ 6383629 w 7678059"/>
              <a:gd name="connsiteY1027" fmla="*/ 1484555 h 6858000"/>
              <a:gd name="connsiteX1028" fmla="*/ 6357743 w 7678059"/>
              <a:gd name="connsiteY1028" fmla="*/ 1497502 h 6858000"/>
              <a:gd name="connsiteX1029" fmla="*/ 6342938 w 7678059"/>
              <a:gd name="connsiteY1029" fmla="*/ 1481607 h 6858000"/>
              <a:gd name="connsiteX1030" fmla="*/ 6511678 w 7678059"/>
              <a:gd name="connsiteY1030" fmla="*/ 1461488 h 6858000"/>
              <a:gd name="connsiteX1031" fmla="*/ 6455153 w 7678059"/>
              <a:gd name="connsiteY1031" fmla="*/ 1469271 h 6858000"/>
              <a:gd name="connsiteX1032" fmla="*/ 6352041 w 7678059"/>
              <a:gd name="connsiteY1032" fmla="*/ 1534779 h 6858000"/>
              <a:gd name="connsiteX1033" fmla="*/ 6511678 w 7678059"/>
              <a:gd name="connsiteY1033" fmla="*/ 1461488 h 6858000"/>
              <a:gd name="connsiteX1034" fmla="*/ 7218603 w 7678059"/>
              <a:gd name="connsiteY1034" fmla="*/ 1451307 h 6858000"/>
              <a:gd name="connsiteX1035" fmla="*/ 7164354 w 7678059"/>
              <a:gd name="connsiteY1035" fmla="*/ 1503523 h 6858000"/>
              <a:gd name="connsiteX1036" fmla="*/ 7081123 w 7678059"/>
              <a:gd name="connsiteY1036" fmla="*/ 1548907 h 6858000"/>
              <a:gd name="connsiteX1037" fmla="*/ 7150221 w 7678059"/>
              <a:gd name="connsiteY1037" fmla="*/ 1501006 h 6858000"/>
              <a:gd name="connsiteX1038" fmla="*/ 7218603 w 7678059"/>
              <a:gd name="connsiteY1038" fmla="*/ 1451307 h 6858000"/>
              <a:gd name="connsiteX1039" fmla="*/ 6831396 w 7678059"/>
              <a:gd name="connsiteY1039" fmla="*/ 1448880 h 6858000"/>
              <a:gd name="connsiteX1040" fmla="*/ 6821011 w 7678059"/>
              <a:gd name="connsiteY1040" fmla="*/ 1451428 h 6858000"/>
              <a:gd name="connsiteX1041" fmla="*/ 6638379 w 7678059"/>
              <a:gd name="connsiteY1041" fmla="*/ 1599925 h 6858000"/>
              <a:gd name="connsiteX1042" fmla="*/ 6713589 w 7678059"/>
              <a:gd name="connsiteY1042" fmla="*/ 1577771 h 6858000"/>
              <a:gd name="connsiteX1043" fmla="*/ 6713589 w 7678059"/>
              <a:gd name="connsiteY1043" fmla="*/ 1578370 h 6858000"/>
              <a:gd name="connsiteX1044" fmla="*/ 6795978 w 7678059"/>
              <a:gd name="connsiteY1044" fmla="*/ 1514182 h 6858000"/>
              <a:gd name="connsiteX1045" fmla="*/ 6772028 w 7678059"/>
              <a:gd name="connsiteY1045" fmla="*/ 1512983 h 6858000"/>
              <a:gd name="connsiteX1046" fmla="*/ 6863525 w 7678059"/>
              <a:gd name="connsiteY1046" fmla="*/ 1463643 h 6858000"/>
              <a:gd name="connsiteX1047" fmla="*/ 6802327 w 7678059"/>
              <a:gd name="connsiteY1047" fmla="*/ 1473702 h 6858000"/>
              <a:gd name="connsiteX1048" fmla="*/ 6831396 w 7678059"/>
              <a:gd name="connsiteY1048" fmla="*/ 1448880 h 6858000"/>
              <a:gd name="connsiteX1049" fmla="*/ 6452178 w 7678059"/>
              <a:gd name="connsiteY1049" fmla="*/ 1439653 h 6858000"/>
              <a:gd name="connsiteX1050" fmla="*/ 6437982 w 7678059"/>
              <a:gd name="connsiteY1050" fmla="*/ 1441157 h 6858000"/>
              <a:gd name="connsiteX1051" fmla="*/ 6417906 w 7678059"/>
              <a:gd name="connsiteY1051" fmla="*/ 1456695 h 6858000"/>
              <a:gd name="connsiteX1052" fmla="*/ 6428806 w 7678059"/>
              <a:gd name="connsiteY1052" fmla="*/ 1475857 h 6858000"/>
              <a:gd name="connsiteX1053" fmla="*/ 6462816 w 7678059"/>
              <a:gd name="connsiteY1053" fmla="*/ 1447713 h 6858000"/>
              <a:gd name="connsiteX1054" fmla="*/ 6452178 w 7678059"/>
              <a:gd name="connsiteY1054" fmla="*/ 1439653 h 6858000"/>
              <a:gd name="connsiteX1055" fmla="*/ 7093515 w 7678059"/>
              <a:gd name="connsiteY1055" fmla="*/ 1431697 h 6858000"/>
              <a:gd name="connsiteX1056" fmla="*/ 7115250 w 7678059"/>
              <a:gd name="connsiteY1056" fmla="*/ 1443524 h 6858000"/>
              <a:gd name="connsiteX1057" fmla="*/ 7013219 w 7678059"/>
              <a:gd name="connsiteY1057" fmla="*/ 1506036 h 6858000"/>
              <a:gd name="connsiteX1058" fmla="*/ 6939928 w 7678059"/>
              <a:gd name="connsiteY1058" fmla="*/ 1563639 h 6858000"/>
              <a:gd name="connsiteX1059" fmla="*/ 6997290 w 7678059"/>
              <a:gd name="connsiteY1059" fmla="*/ 1504837 h 6858000"/>
              <a:gd name="connsiteX1060" fmla="*/ 7065073 w 7678059"/>
              <a:gd name="connsiteY1060" fmla="*/ 1447834 h 6858000"/>
              <a:gd name="connsiteX1061" fmla="*/ 7065314 w 7678059"/>
              <a:gd name="connsiteY1061" fmla="*/ 1447355 h 6858000"/>
              <a:gd name="connsiteX1062" fmla="*/ 7093515 w 7678059"/>
              <a:gd name="connsiteY1062" fmla="*/ 1431697 h 6858000"/>
              <a:gd name="connsiteX1063" fmla="*/ 6488443 w 7678059"/>
              <a:gd name="connsiteY1063" fmla="*/ 1389511 h 6858000"/>
              <a:gd name="connsiteX1064" fmla="*/ 6488396 w 7678059"/>
              <a:gd name="connsiteY1064" fmla="*/ 1389778 h 6858000"/>
              <a:gd name="connsiteX1065" fmla="*/ 6461411 w 7678059"/>
              <a:gd name="connsiteY1065" fmla="*/ 1405216 h 6858000"/>
              <a:gd name="connsiteX1066" fmla="*/ 6447847 w 7678059"/>
              <a:gd name="connsiteY1066" fmla="*/ 1422564 h 6858000"/>
              <a:gd name="connsiteX1067" fmla="*/ 6481496 w 7678059"/>
              <a:gd name="connsiteY1067" fmla="*/ 1428314 h 6858000"/>
              <a:gd name="connsiteX1068" fmla="*/ 6485060 w 7678059"/>
              <a:gd name="connsiteY1068" fmla="*/ 1408867 h 6858000"/>
              <a:gd name="connsiteX1069" fmla="*/ 6488396 w 7678059"/>
              <a:gd name="connsiteY1069" fmla="*/ 1389778 h 6858000"/>
              <a:gd name="connsiteX1070" fmla="*/ 6488443 w 7678059"/>
              <a:gd name="connsiteY1070" fmla="*/ 1389752 h 6858000"/>
              <a:gd name="connsiteX1071" fmla="*/ 6658093 w 7678059"/>
              <a:gd name="connsiteY1071" fmla="*/ 1310293 h 6858000"/>
              <a:gd name="connsiteX1072" fmla="*/ 6631673 w 7678059"/>
              <a:gd name="connsiteY1072" fmla="*/ 1323645 h 6858000"/>
              <a:gd name="connsiteX1073" fmla="*/ 6587724 w 7678059"/>
              <a:gd name="connsiteY1073" fmla="*/ 1344364 h 6858000"/>
              <a:gd name="connsiteX1074" fmla="*/ 6536948 w 7678059"/>
              <a:gd name="connsiteY1074" fmla="*/ 1385800 h 6858000"/>
              <a:gd name="connsiteX1075" fmla="*/ 6510959 w 7678059"/>
              <a:gd name="connsiteY1075" fmla="*/ 1393226 h 6858000"/>
              <a:gd name="connsiteX1076" fmla="*/ 6540780 w 7678059"/>
              <a:gd name="connsiteY1076" fmla="*/ 1391907 h 6858000"/>
              <a:gd name="connsiteX1077" fmla="*/ 6544732 w 7678059"/>
              <a:gd name="connsiteY1077" fmla="*/ 1398256 h 6858000"/>
              <a:gd name="connsiteX1078" fmla="*/ 6580897 w 7678059"/>
              <a:gd name="connsiteY1078" fmla="*/ 1357539 h 6858000"/>
              <a:gd name="connsiteX1079" fmla="*/ 6646525 w 7678059"/>
              <a:gd name="connsiteY1079" fmla="*/ 1319935 h 6858000"/>
              <a:gd name="connsiteX1080" fmla="*/ 6658093 w 7678059"/>
              <a:gd name="connsiteY1080" fmla="*/ 1310293 h 6858000"/>
              <a:gd name="connsiteX1081" fmla="*/ 7213690 w 7678059"/>
              <a:gd name="connsiteY1081" fmla="*/ 1203530 h 6858000"/>
              <a:gd name="connsiteX1082" fmla="*/ 7213212 w 7678059"/>
              <a:gd name="connsiteY1082" fmla="*/ 1203772 h 6858000"/>
              <a:gd name="connsiteX1083" fmla="*/ 7212966 w 7678059"/>
              <a:gd name="connsiteY1083" fmla="*/ 1204134 h 6858000"/>
              <a:gd name="connsiteX1084" fmla="*/ 7135252 w 7678059"/>
              <a:gd name="connsiteY1084" fmla="*/ 1268439 h 6858000"/>
              <a:gd name="connsiteX1085" fmla="*/ 7064715 w 7678059"/>
              <a:gd name="connsiteY1085" fmla="*/ 1322930 h 6858000"/>
              <a:gd name="connsiteX1086" fmla="*/ 7153695 w 7678059"/>
              <a:gd name="connsiteY1086" fmla="*/ 1269637 h 6858000"/>
              <a:gd name="connsiteX1087" fmla="*/ 7196252 w 7678059"/>
              <a:gd name="connsiteY1087" fmla="*/ 1228533 h 6858000"/>
              <a:gd name="connsiteX1088" fmla="*/ 7212966 w 7678059"/>
              <a:gd name="connsiteY1088" fmla="*/ 1204134 h 6858000"/>
              <a:gd name="connsiteX1089" fmla="*/ 7327625 w 7678059"/>
              <a:gd name="connsiteY1089" fmla="*/ 1122709 h 6858000"/>
              <a:gd name="connsiteX1090" fmla="*/ 7309497 w 7678059"/>
              <a:gd name="connsiteY1090" fmla="*/ 1132394 h 6858000"/>
              <a:gd name="connsiteX1091" fmla="*/ 7272612 w 7678059"/>
              <a:gd name="connsiteY1091" fmla="*/ 1166288 h 6858000"/>
              <a:gd name="connsiteX1092" fmla="*/ 7243752 w 7678059"/>
              <a:gd name="connsiteY1092" fmla="*/ 1204487 h 6858000"/>
              <a:gd name="connsiteX1093" fmla="*/ 7298481 w 7678059"/>
              <a:gd name="connsiteY1093" fmla="*/ 1156944 h 6858000"/>
              <a:gd name="connsiteX1094" fmla="*/ 7298959 w 7678059"/>
              <a:gd name="connsiteY1094" fmla="*/ 1156944 h 6858000"/>
              <a:gd name="connsiteX1095" fmla="*/ 7327625 w 7678059"/>
              <a:gd name="connsiteY1095" fmla="*/ 1122709 h 6858000"/>
              <a:gd name="connsiteX1096" fmla="*/ 7389258 w 7678059"/>
              <a:gd name="connsiteY1096" fmla="*/ 1109999 h 6858000"/>
              <a:gd name="connsiteX1097" fmla="*/ 7388740 w 7678059"/>
              <a:gd name="connsiteY1097" fmla="*/ 1111085 h 6858000"/>
              <a:gd name="connsiteX1098" fmla="*/ 7339300 w 7678059"/>
              <a:gd name="connsiteY1098" fmla="*/ 1157650 h 6858000"/>
              <a:gd name="connsiteX1099" fmla="*/ 7318358 w 7678059"/>
              <a:gd name="connsiteY1099" fmla="*/ 1190238 h 6858000"/>
              <a:gd name="connsiteX1100" fmla="*/ 7367462 w 7678059"/>
              <a:gd name="connsiteY1100" fmla="*/ 1155745 h 6858000"/>
              <a:gd name="connsiteX1101" fmla="*/ 7388740 w 7678059"/>
              <a:gd name="connsiteY1101" fmla="*/ 1111085 h 6858000"/>
              <a:gd name="connsiteX1102" fmla="*/ 7389258 w 7678059"/>
              <a:gd name="connsiteY1102" fmla="*/ 1110598 h 6858000"/>
              <a:gd name="connsiteX1103" fmla="*/ 6963521 w 7678059"/>
              <a:gd name="connsiteY1103" fmla="*/ 1097427 h 6858000"/>
              <a:gd name="connsiteX1104" fmla="*/ 6914301 w 7678059"/>
              <a:gd name="connsiteY1104" fmla="*/ 1151556 h 6858000"/>
              <a:gd name="connsiteX1105" fmla="*/ 6963521 w 7678059"/>
              <a:gd name="connsiteY1105" fmla="*/ 1097427 h 6858000"/>
              <a:gd name="connsiteX1106" fmla="*/ 5823907 w 7678059"/>
              <a:gd name="connsiteY1106" fmla="*/ 981979 h 6858000"/>
              <a:gd name="connsiteX1107" fmla="*/ 5817714 w 7678059"/>
              <a:gd name="connsiteY1107" fmla="*/ 987367 h 6858000"/>
              <a:gd name="connsiteX1108" fmla="*/ 5824519 w 7678059"/>
              <a:gd name="connsiteY1108" fmla="*/ 983514 h 6858000"/>
              <a:gd name="connsiteX1109" fmla="*/ 7419915 w 7678059"/>
              <a:gd name="connsiteY1109" fmla="*/ 955275 h 6858000"/>
              <a:gd name="connsiteX1110" fmla="*/ 7206867 w 7678059"/>
              <a:gd name="connsiteY1110" fmla="*/ 1140777 h 6858000"/>
              <a:gd name="connsiteX1111" fmla="*/ 7018490 w 7678059"/>
              <a:gd name="connsiteY1111" fmla="*/ 1314306 h 6858000"/>
              <a:gd name="connsiteX1112" fmla="*/ 6996216 w 7678059"/>
              <a:gd name="connsiteY1112" fmla="*/ 1333106 h 6858000"/>
              <a:gd name="connsiteX1113" fmla="*/ 7037049 w 7678059"/>
              <a:gd name="connsiteY1113" fmla="*/ 1336821 h 6858000"/>
              <a:gd name="connsiteX1114" fmla="*/ 7037528 w 7678059"/>
              <a:gd name="connsiteY1114" fmla="*/ 1336580 h 6858000"/>
              <a:gd name="connsiteX1115" fmla="*/ 7249140 w 7678059"/>
              <a:gd name="connsiteY1115" fmla="*/ 1154789 h 6858000"/>
              <a:gd name="connsiteX1116" fmla="*/ 7419915 w 7678059"/>
              <a:gd name="connsiteY1116" fmla="*/ 955275 h 6858000"/>
              <a:gd name="connsiteX1117" fmla="*/ 7243752 w 7678059"/>
              <a:gd name="connsiteY1117" fmla="*/ 822462 h 6858000"/>
              <a:gd name="connsiteX1118" fmla="*/ 7134890 w 7678059"/>
              <a:gd name="connsiteY1118" fmla="*/ 954676 h 6858000"/>
              <a:gd name="connsiteX1119" fmla="*/ 7135011 w 7678059"/>
              <a:gd name="connsiteY1119" fmla="*/ 954434 h 6858000"/>
              <a:gd name="connsiteX1120" fmla="*/ 7140524 w 7678059"/>
              <a:gd name="connsiteY1120" fmla="*/ 959348 h 6858000"/>
              <a:gd name="connsiteX1121" fmla="*/ 7204471 w 7678059"/>
              <a:gd name="connsiteY1121" fmla="*/ 889409 h 6858000"/>
              <a:gd name="connsiteX1122" fmla="*/ 7229620 w 7678059"/>
              <a:gd name="connsiteY1122" fmla="*/ 858390 h 6858000"/>
              <a:gd name="connsiteX1123" fmla="*/ 7243752 w 7678059"/>
              <a:gd name="connsiteY1123" fmla="*/ 822462 h 6858000"/>
              <a:gd name="connsiteX1124" fmla="*/ 7349735 w 7678059"/>
              <a:gd name="connsiteY1124" fmla="*/ 625104 h 6858000"/>
              <a:gd name="connsiteX1125" fmla="*/ 7310695 w 7678059"/>
              <a:gd name="connsiteY1125" fmla="*/ 666303 h 6858000"/>
              <a:gd name="connsiteX1126" fmla="*/ 7298123 w 7678059"/>
              <a:gd name="connsiteY1126" fmla="*/ 707498 h 6858000"/>
              <a:gd name="connsiteX1127" fmla="*/ 7331292 w 7678059"/>
              <a:gd name="connsiteY1127" fmla="*/ 662949 h 6858000"/>
              <a:gd name="connsiteX1128" fmla="*/ 7349735 w 7678059"/>
              <a:gd name="connsiteY1128" fmla="*/ 625104 h 6858000"/>
              <a:gd name="connsiteX1129" fmla="*/ 6135209 w 7678059"/>
              <a:gd name="connsiteY1129" fmla="*/ 619832 h 6858000"/>
              <a:gd name="connsiteX1130" fmla="*/ 6131128 w 7678059"/>
              <a:gd name="connsiteY1130" fmla="*/ 623177 h 6858000"/>
              <a:gd name="connsiteX1131" fmla="*/ 6136950 w 7678059"/>
              <a:gd name="connsiteY1131" fmla="*/ 624832 h 6858000"/>
              <a:gd name="connsiteX1132" fmla="*/ 6139713 w 7678059"/>
              <a:gd name="connsiteY1132" fmla="*/ 625000 h 6858000"/>
              <a:gd name="connsiteX1133" fmla="*/ 7432487 w 7678059"/>
              <a:gd name="connsiteY1133" fmla="*/ 500558 h 6858000"/>
              <a:gd name="connsiteX1134" fmla="*/ 7416682 w 7678059"/>
              <a:gd name="connsiteY1134" fmla="*/ 548459 h 6858000"/>
              <a:gd name="connsiteX1135" fmla="*/ 7370694 w 7678059"/>
              <a:gd name="connsiteY1135" fmla="*/ 603071 h 6858000"/>
              <a:gd name="connsiteX1136" fmla="*/ 7417040 w 7678059"/>
              <a:gd name="connsiteY1136" fmla="*/ 561872 h 6858000"/>
              <a:gd name="connsiteX1137" fmla="*/ 7433207 w 7678059"/>
              <a:gd name="connsiteY1137" fmla="*/ 531335 h 6858000"/>
              <a:gd name="connsiteX1138" fmla="*/ 7432487 w 7678059"/>
              <a:gd name="connsiteY1138" fmla="*/ 500558 h 6858000"/>
              <a:gd name="connsiteX1139" fmla="*/ 7528992 w 7678059"/>
              <a:gd name="connsiteY1139" fmla="*/ 406496 h 6858000"/>
              <a:gd name="connsiteX1140" fmla="*/ 7529492 w 7678059"/>
              <a:gd name="connsiteY1140" fmla="*/ 408345 h 6858000"/>
              <a:gd name="connsiteX1141" fmla="*/ 7528893 w 7678059"/>
              <a:gd name="connsiteY1141" fmla="*/ 408104 h 6858000"/>
              <a:gd name="connsiteX1142" fmla="*/ 7384943 w 7678059"/>
              <a:gd name="connsiteY1142" fmla="*/ 372180 h 6858000"/>
              <a:gd name="connsiteX1143" fmla="*/ 7377280 w 7678059"/>
              <a:gd name="connsiteY1143" fmla="*/ 421280 h 6858000"/>
              <a:gd name="connsiteX1144" fmla="*/ 7342072 w 7678059"/>
              <a:gd name="connsiteY1144" fmla="*/ 467862 h 6858000"/>
              <a:gd name="connsiteX1145" fmla="*/ 7357402 w 7678059"/>
              <a:gd name="connsiteY1145" fmla="*/ 422478 h 6858000"/>
              <a:gd name="connsiteX1146" fmla="*/ 7384943 w 7678059"/>
              <a:gd name="connsiteY1146" fmla="*/ 372180 h 6858000"/>
              <a:gd name="connsiteX1147" fmla="*/ 7520268 w 7678059"/>
              <a:gd name="connsiteY1147" fmla="*/ 349785 h 6858000"/>
              <a:gd name="connsiteX1148" fmla="*/ 7530957 w 7678059"/>
              <a:gd name="connsiteY1148" fmla="*/ 374003 h 6858000"/>
              <a:gd name="connsiteX1149" fmla="*/ 7528992 w 7678059"/>
              <a:gd name="connsiteY1149" fmla="*/ 406496 h 6858000"/>
              <a:gd name="connsiteX1150" fmla="*/ 7526259 w 7678059"/>
              <a:gd name="connsiteY1150" fmla="*/ 396368 h 6858000"/>
              <a:gd name="connsiteX1151" fmla="*/ 7512006 w 7678059"/>
              <a:gd name="connsiteY1151" fmla="*/ 413134 h 6858000"/>
              <a:gd name="connsiteX1152" fmla="*/ 7520268 w 7678059"/>
              <a:gd name="connsiteY1152" fmla="*/ 349785 h 6858000"/>
              <a:gd name="connsiteX1153" fmla="*/ 6645922 w 7678059"/>
              <a:gd name="connsiteY1153" fmla="*/ 319607 h 6858000"/>
              <a:gd name="connsiteX1154" fmla="*/ 6633944 w 7678059"/>
              <a:gd name="connsiteY1154" fmla="*/ 335295 h 6858000"/>
              <a:gd name="connsiteX1155" fmla="*/ 6604843 w 7678059"/>
              <a:gd name="connsiteY1155" fmla="*/ 335774 h 6858000"/>
              <a:gd name="connsiteX1156" fmla="*/ 6604843 w 7678059"/>
              <a:gd name="connsiteY1156" fmla="*/ 335894 h 6858000"/>
              <a:gd name="connsiteX1157" fmla="*/ 6645922 w 7678059"/>
              <a:gd name="connsiteY1157" fmla="*/ 319607 h 6858000"/>
              <a:gd name="connsiteX1158" fmla="*/ 6683173 w 7678059"/>
              <a:gd name="connsiteY1158" fmla="*/ 319366 h 6858000"/>
              <a:gd name="connsiteX1159" fmla="*/ 6658658 w 7678059"/>
              <a:gd name="connsiteY1159" fmla="*/ 332942 h 6858000"/>
              <a:gd name="connsiteX1160" fmla="*/ 6655425 w 7678059"/>
              <a:gd name="connsiteY1160" fmla="*/ 338782 h 6858000"/>
              <a:gd name="connsiteX1161" fmla="*/ 7412010 w 7678059"/>
              <a:gd name="connsiteY1161" fmla="*/ 300324 h 6858000"/>
              <a:gd name="connsiteX1162" fmla="*/ 7419436 w 7678059"/>
              <a:gd name="connsiteY1162" fmla="*/ 323555 h 6858000"/>
              <a:gd name="connsiteX1163" fmla="*/ 7405661 w 7678059"/>
              <a:gd name="connsiteY1163" fmla="*/ 359845 h 6858000"/>
              <a:gd name="connsiteX1164" fmla="*/ 7395365 w 7678059"/>
              <a:gd name="connsiteY1164" fmla="*/ 366189 h 6858000"/>
              <a:gd name="connsiteX1165" fmla="*/ 7412010 w 7678059"/>
              <a:gd name="connsiteY1165" fmla="*/ 300324 h 6858000"/>
              <a:gd name="connsiteX1166" fmla="*/ 6683675 w 7678059"/>
              <a:gd name="connsiteY1166" fmla="*/ 281719 h 6858000"/>
              <a:gd name="connsiteX1167" fmla="*/ 6678854 w 7678059"/>
              <a:gd name="connsiteY1167" fmla="*/ 282002 h 6858000"/>
              <a:gd name="connsiteX1168" fmla="*/ 6669799 w 7678059"/>
              <a:gd name="connsiteY1168" fmla="*/ 312793 h 6858000"/>
              <a:gd name="connsiteX1169" fmla="*/ 6665278 w 7678059"/>
              <a:gd name="connsiteY1169" fmla="*/ 320973 h 6858000"/>
              <a:gd name="connsiteX1170" fmla="*/ 6690418 w 7678059"/>
              <a:gd name="connsiteY1170" fmla="*/ 288213 h 6858000"/>
              <a:gd name="connsiteX1171" fmla="*/ 6689035 w 7678059"/>
              <a:gd name="connsiteY1171" fmla="*/ 287183 h 6858000"/>
              <a:gd name="connsiteX1172" fmla="*/ 6683675 w 7678059"/>
              <a:gd name="connsiteY1172" fmla="*/ 281719 h 6858000"/>
              <a:gd name="connsiteX1173" fmla="*/ 6569303 w 7678059"/>
              <a:gd name="connsiteY1173" fmla="*/ 274037 h 6858000"/>
              <a:gd name="connsiteX1174" fmla="*/ 6569032 w 7678059"/>
              <a:gd name="connsiteY1174" fmla="*/ 277662 h 6858000"/>
              <a:gd name="connsiteX1175" fmla="*/ 6570712 w 7678059"/>
              <a:gd name="connsiteY1175" fmla="*/ 277572 h 6858000"/>
              <a:gd name="connsiteX1176" fmla="*/ 6596107 w 7678059"/>
              <a:gd name="connsiteY1176" fmla="*/ 249906 h 6858000"/>
              <a:gd name="connsiteX1177" fmla="*/ 6591461 w 7678059"/>
              <a:gd name="connsiteY1177" fmla="*/ 252436 h 6858000"/>
              <a:gd name="connsiteX1178" fmla="*/ 6588827 w 7678059"/>
              <a:gd name="connsiteY1178" fmla="*/ 255849 h 6858000"/>
              <a:gd name="connsiteX1179" fmla="*/ 6579453 w 7678059"/>
              <a:gd name="connsiteY1179" fmla="*/ 264396 h 6858000"/>
              <a:gd name="connsiteX1180" fmla="*/ 6586396 w 7678059"/>
              <a:gd name="connsiteY1180" fmla="*/ 263853 h 6858000"/>
              <a:gd name="connsiteX1181" fmla="*/ 6414708 w 7678059"/>
              <a:gd name="connsiteY1181" fmla="*/ 247634 h 6858000"/>
              <a:gd name="connsiteX1182" fmla="*/ 6405079 w 7678059"/>
              <a:gd name="connsiteY1182" fmla="*/ 250932 h 6858000"/>
              <a:gd name="connsiteX1183" fmla="*/ 6405562 w 7678059"/>
              <a:gd name="connsiteY1183" fmla="*/ 252600 h 6858000"/>
              <a:gd name="connsiteX1184" fmla="*/ 6408941 w 7678059"/>
              <a:gd name="connsiteY1184" fmla="*/ 252336 h 6858000"/>
              <a:gd name="connsiteX1185" fmla="*/ 6416048 w 7678059"/>
              <a:gd name="connsiteY1185" fmla="*/ 247634 h 6858000"/>
              <a:gd name="connsiteX1186" fmla="*/ 6489775 w 7678059"/>
              <a:gd name="connsiteY1186" fmla="*/ 233614 h 6858000"/>
              <a:gd name="connsiteX1187" fmla="*/ 6485689 w 7678059"/>
              <a:gd name="connsiteY1187" fmla="*/ 236851 h 6858000"/>
              <a:gd name="connsiteX1188" fmla="*/ 6471302 w 7678059"/>
              <a:gd name="connsiteY1188" fmla="*/ 244678 h 6858000"/>
              <a:gd name="connsiteX1189" fmla="*/ 6471397 w 7678059"/>
              <a:gd name="connsiteY1189" fmla="*/ 245729 h 6858000"/>
              <a:gd name="connsiteX1190" fmla="*/ 6490404 w 7678059"/>
              <a:gd name="connsiteY1190" fmla="*/ 241803 h 6858000"/>
              <a:gd name="connsiteX1191" fmla="*/ 7113095 w 7678059"/>
              <a:gd name="connsiteY1191" fmla="*/ 124403 h 6858000"/>
              <a:gd name="connsiteX1192" fmla="*/ 7109625 w 7678059"/>
              <a:gd name="connsiteY1192" fmla="*/ 154219 h 6858000"/>
              <a:gd name="connsiteX1193" fmla="*/ 7088187 w 7678059"/>
              <a:gd name="connsiteY1193" fmla="*/ 179368 h 6858000"/>
              <a:gd name="connsiteX1194" fmla="*/ 7088187 w 7678059"/>
              <a:gd name="connsiteY1194" fmla="*/ 179011 h 6858000"/>
              <a:gd name="connsiteX1195" fmla="*/ 7113095 w 7678059"/>
              <a:gd name="connsiteY1195" fmla="*/ 124403 h 6858000"/>
              <a:gd name="connsiteX1196" fmla="*/ 7031420 w 7678059"/>
              <a:gd name="connsiteY1196" fmla="*/ 115899 h 6858000"/>
              <a:gd name="connsiteX1197" fmla="*/ 7034974 w 7678059"/>
              <a:gd name="connsiteY1197" fmla="*/ 123240 h 6858000"/>
              <a:gd name="connsiteX1198" fmla="*/ 7034348 w 7678059"/>
              <a:gd name="connsiteY1198" fmla="*/ 122913 h 6858000"/>
              <a:gd name="connsiteX1199" fmla="*/ 7170939 w 7678059"/>
              <a:gd name="connsiteY1199" fmla="*/ 108473 h 6858000"/>
              <a:gd name="connsiteX1200" fmla="*/ 7208065 w 7678059"/>
              <a:gd name="connsiteY1200" fmla="*/ 123804 h 6858000"/>
              <a:gd name="connsiteX1201" fmla="*/ 7202915 w 7678059"/>
              <a:gd name="connsiteY1201" fmla="*/ 183920 h 6858000"/>
              <a:gd name="connsiteX1202" fmla="*/ 7200161 w 7678059"/>
              <a:gd name="connsiteY1202" fmla="*/ 140927 h 6858000"/>
              <a:gd name="connsiteX1203" fmla="*/ 7173935 w 7678059"/>
              <a:gd name="connsiteY1203" fmla="*/ 125480 h 6858000"/>
              <a:gd name="connsiteX1204" fmla="*/ 7170939 w 7678059"/>
              <a:gd name="connsiteY1204" fmla="*/ 108473 h 6858000"/>
              <a:gd name="connsiteX1205" fmla="*/ 6827476 w 7678059"/>
              <a:gd name="connsiteY1205" fmla="*/ 102125 h 6858000"/>
              <a:gd name="connsiteX1206" fmla="*/ 6820528 w 7678059"/>
              <a:gd name="connsiteY1206" fmla="*/ 162003 h 6858000"/>
              <a:gd name="connsiteX1207" fmla="*/ 6780290 w 7678059"/>
              <a:gd name="connsiteY1207" fmla="*/ 194936 h 6858000"/>
              <a:gd name="connsiteX1208" fmla="*/ 6793108 w 7678059"/>
              <a:gd name="connsiteY1208" fmla="*/ 170985 h 6858000"/>
              <a:gd name="connsiteX1209" fmla="*/ 6799931 w 7678059"/>
              <a:gd name="connsiteY1209" fmla="*/ 148474 h 6858000"/>
              <a:gd name="connsiteX1210" fmla="*/ 6827476 w 7678059"/>
              <a:gd name="connsiteY1210" fmla="*/ 102125 h 6858000"/>
              <a:gd name="connsiteX1211" fmla="*/ 6930588 w 7678059"/>
              <a:gd name="connsiteY1211" fmla="*/ 40811 h 6858000"/>
              <a:gd name="connsiteX1212" fmla="*/ 6924839 w 7678059"/>
              <a:gd name="connsiteY1212" fmla="*/ 86919 h 6858000"/>
              <a:gd name="connsiteX1213" fmla="*/ 6903521 w 7678059"/>
              <a:gd name="connsiteY1213" fmla="*/ 129312 h 6858000"/>
              <a:gd name="connsiteX1214" fmla="*/ 6903521 w 7678059"/>
              <a:gd name="connsiteY1214" fmla="*/ 129670 h 6858000"/>
              <a:gd name="connsiteX1215" fmla="*/ 6894660 w 7678059"/>
              <a:gd name="connsiteY1215" fmla="*/ 80092 h 6858000"/>
              <a:gd name="connsiteX1216" fmla="*/ 6930588 w 7678059"/>
              <a:gd name="connsiteY1216" fmla="*/ 40811 h 6858000"/>
              <a:gd name="connsiteX1217" fmla="*/ 6773825 w 7678059"/>
              <a:gd name="connsiteY1217" fmla="*/ 28234 h 6858000"/>
              <a:gd name="connsiteX1218" fmla="*/ 6764485 w 7678059"/>
              <a:gd name="connsiteY1218" fmla="*/ 45121 h 6858000"/>
              <a:gd name="connsiteX1219" fmla="*/ 6754422 w 7678059"/>
              <a:gd name="connsiteY1219" fmla="*/ 65602 h 6858000"/>
              <a:gd name="connsiteX1220" fmla="*/ 6733587 w 7678059"/>
              <a:gd name="connsiteY1220" fmla="*/ 58417 h 6858000"/>
              <a:gd name="connsiteX1221" fmla="*/ 6773825 w 7678059"/>
              <a:gd name="connsiteY1221" fmla="*/ 28234 h 6858000"/>
              <a:gd name="connsiteX1222" fmla="*/ 7013340 w 7678059"/>
              <a:gd name="connsiteY1222" fmla="*/ 5723 h 6858000"/>
              <a:gd name="connsiteX1223" fmla="*/ 7042678 w 7678059"/>
              <a:gd name="connsiteY1223" fmla="*/ 37458 h 6858000"/>
              <a:gd name="connsiteX1224" fmla="*/ 7037291 w 7678059"/>
              <a:gd name="connsiteY1224" fmla="*/ 95901 h 6858000"/>
              <a:gd name="connsiteX1225" fmla="*/ 7037291 w 7678059"/>
              <a:gd name="connsiteY1225" fmla="*/ 95181 h 6858000"/>
              <a:gd name="connsiteX1226" fmla="*/ 7013340 w 7678059"/>
              <a:gd name="connsiteY1226" fmla="*/ 5723 h 6858000"/>
              <a:gd name="connsiteX1227" fmla="*/ 1 w 7678059"/>
              <a:gd name="connsiteY1227" fmla="*/ 0 h 6858000"/>
              <a:gd name="connsiteX1228" fmla="*/ 461275 w 7678059"/>
              <a:gd name="connsiteY1228" fmla="*/ 0 h 6858000"/>
              <a:gd name="connsiteX1229" fmla="*/ 475157 w 7678059"/>
              <a:gd name="connsiteY1229" fmla="*/ 0 h 6858000"/>
              <a:gd name="connsiteX1230" fmla="*/ 571184 w 7678059"/>
              <a:gd name="connsiteY1230" fmla="*/ 0 h 6858000"/>
              <a:gd name="connsiteX1231" fmla="*/ 591648 w 7678059"/>
              <a:gd name="connsiteY1231" fmla="*/ 0 h 6858000"/>
              <a:gd name="connsiteX1232" fmla="*/ 600012 w 7678059"/>
              <a:gd name="connsiteY1232" fmla="*/ 0 h 6858000"/>
              <a:gd name="connsiteX1233" fmla="*/ 606068 w 7678059"/>
              <a:gd name="connsiteY1233" fmla="*/ 0 h 6858000"/>
              <a:gd name="connsiteX1234" fmla="*/ 626838 w 7678059"/>
              <a:gd name="connsiteY1234" fmla="*/ 0 h 6858000"/>
              <a:gd name="connsiteX1235" fmla="*/ 647080 w 7678059"/>
              <a:gd name="connsiteY1235" fmla="*/ 0 h 6858000"/>
              <a:gd name="connsiteX1236" fmla="*/ 658547 w 7678059"/>
              <a:gd name="connsiteY1236" fmla="*/ 0 h 6858000"/>
              <a:gd name="connsiteX1237" fmla="*/ 673970 w 7678059"/>
              <a:gd name="connsiteY1237" fmla="*/ 0 h 6858000"/>
              <a:gd name="connsiteX1238" fmla="*/ 678120 w 7678059"/>
              <a:gd name="connsiteY1238" fmla="*/ 0 h 6858000"/>
              <a:gd name="connsiteX1239" fmla="*/ 6524879 w 7678059"/>
              <a:gd name="connsiteY1239" fmla="*/ 0 h 6858000"/>
              <a:gd name="connsiteX1240" fmla="*/ 6523889 w 7678059"/>
              <a:gd name="connsiteY1240" fmla="*/ 4883 h 6858000"/>
              <a:gd name="connsiteX1241" fmla="*/ 6551550 w 7678059"/>
              <a:gd name="connsiteY1241" fmla="*/ 22610 h 6858000"/>
              <a:gd name="connsiteX1242" fmla="*/ 6559455 w 7678059"/>
              <a:gd name="connsiteY1242" fmla="*/ 573 h 6858000"/>
              <a:gd name="connsiteX1243" fmla="*/ 6571432 w 7678059"/>
              <a:gd name="connsiteY1243" fmla="*/ 19377 h 6858000"/>
              <a:gd name="connsiteX1244" fmla="*/ 6508679 w 7678059"/>
              <a:gd name="connsiteY1244" fmla="*/ 126200 h 6858000"/>
              <a:gd name="connsiteX1245" fmla="*/ 6577061 w 7678059"/>
              <a:gd name="connsiteY1245" fmla="*/ 84643 h 6858000"/>
              <a:gd name="connsiteX1246" fmla="*/ 6574665 w 7678059"/>
              <a:gd name="connsiteY1246" fmla="*/ 94703 h 6858000"/>
              <a:gd name="connsiteX1247" fmla="*/ 6600891 w 7678059"/>
              <a:gd name="connsiteY1247" fmla="*/ 96022 h 6858000"/>
              <a:gd name="connsiteX1248" fmla="*/ 6579962 w 7678059"/>
              <a:gd name="connsiteY1248" fmla="*/ 119589 h 6858000"/>
              <a:gd name="connsiteX1249" fmla="*/ 6572992 w 7678059"/>
              <a:gd name="connsiteY1249" fmla="*/ 146453 h 6858000"/>
              <a:gd name="connsiteX1250" fmla="*/ 6552753 w 7678059"/>
              <a:gd name="connsiteY1250" fmla="*/ 167874 h 6858000"/>
              <a:gd name="connsiteX1251" fmla="*/ 6557782 w 7678059"/>
              <a:gd name="connsiteY1251" fmla="*/ 140927 h 6858000"/>
              <a:gd name="connsiteX1252" fmla="*/ 6562140 w 7678059"/>
              <a:gd name="connsiteY1252" fmla="*/ 136549 h 6858000"/>
              <a:gd name="connsiteX1253" fmla="*/ 6524009 w 7678059"/>
              <a:gd name="connsiteY1253" fmla="*/ 151349 h 6858000"/>
              <a:gd name="connsiteX1254" fmla="*/ 6533349 w 7678059"/>
              <a:gd name="connsiteY1254" fmla="*/ 145720 h 6858000"/>
              <a:gd name="connsiteX1255" fmla="*/ 6473470 w 7678059"/>
              <a:gd name="connsiteY1255" fmla="*/ 173261 h 6858000"/>
              <a:gd name="connsiteX1256" fmla="*/ 6531681 w 7678059"/>
              <a:gd name="connsiteY1256" fmla="*/ 168753 h 6858000"/>
              <a:gd name="connsiteX1257" fmla="*/ 6538142 w 7678059"/>
              <a:gd name="connsiteY1257" fmla="*/ 164279 h 6858000"/>
              <a:gd name="connsiteX1258" fmla="*/ 6536823 w 7678059"/>
              <a:gd name="connsiteY1258" fmla="*/ 168352 h 6858000"/>
              <a:gd name="connsiteX1259" fmla="*/ 6538379 w 7678059"/>
              <a:gd name="connsiteY1259" fmla="*/ 168231 h 6858000"/>
              <a:gd name="connsiteX1260" fmla="*/ 6536017 w 7678059"/>
              <a:gd name="connsiteY1260" fmla="*/ 170835 h 6858000"/>
              <a:gd name="connsiteX1261" fmla="*/ 6524626 w 7678059"/>
              <a:gd name="connsiteY1261" fmla="*/ 205957 h 6858000"/>
              <a:gd name="connsiteX1262" fmla="*/ 6491409 w 7678059"/>
              <a:gd name="connsiteY1262" fmla="*/ 232317 h 6858000"/>
              <a:gd name="connsiteX1263" fmla="*/ 6496175 w 7678059"/>
              <a:gd name="connsiteY1263" fmla="*/ 240609 h 6858000"/>
              <a:gd name="connsiteX1264" fmla="*/ 6508558 w 7678059"/>
              <a:gd name="connsiteY1264" fmla="*/ 238053 h 6858000"/>
              <a:gd name="connsiteX1265" fmla="*/ 6506881 w 7678059"/>
              <a:gd name="connsiteY1265" fmla="*/ 256254 h 6858000"/>
              <a:gd name="connsiteX1266" fmla="*/ 6533108 w 7678059"/>
              <a:gd name="connsiteY1266" fmla="*/ 257452 h 6858000"/>
              <a:gd name="connsiteX1267" fmla="*/ 6518260 w 7678059"/>
              <a:gd name="connsiteY1267" fmla="*/ 275055 h 6858000"/>
              <a:gd name="connsiteX1268" fmla="*/ 6529897 w 7678059"/>
              <a:gd name="connsiteY1268" fmla="*/ 276511 h 6858000"/>
              <a:gd name="connsiteX1269" fmla="*/ 6606050 w 7678059"/>
              <a:gd name="connsiteY1269" fmla="*/ 222960 h 6858000"/>
              <a:gd name="connsiteX1270" fmla="*/ 6635030 w 7678059"/>
              <a:gd name="connsiteY1270" fmla="*/ 176856 h 6858000"/>
              <a:gd name="connsiteX1271" fmla="*/ 6686406 w 7678059"/>
              <a:gd name="connsiteY1271" fmla="*/ 153862 h 6858000"/>
              <a:gd name="connsiteX1272" fmla="*/ 6705568 w 7678059"/>
              <a:gd name="connsiteY1272" fmla="*/ 111464 h 6858000"/>
              <a:gd name="connsiteX1273" fmla="*/ 6707606 w 7678059"/>
              <a:gd name="connsiteY1273" fmla="*/ 140208 h 6858000"/>
              <a:gd name="connsiteX1274" fmla="*/ 6699219 w 7678059"/>
              <a:gd name="connsiteY1274" fmla="*/ 171227 h 6858000"/>
              <a:gd name="connsiteX1275" fmla="*/ 6693474 w 7678059"/>
              <a:gd name="connsiteY1275" fmla="*/ 202004 h 6858000"/>
              <a:gd name="connsiteX1276" fmla="*/ 6704012 w 7678059"/>
              <a:gd name="connsiteY1276" fmla="*/ 230623 h 6858000"/>
              <a:gd name="connsiteX1277" fmla="*/ 6683845 w 7678059"/>
              <a:gd name="connsiteY1277" fmla="*/ 250268 h 6858000"/>
              <a:gd name="connsiteX1278" fmla="*/ 6678255 w 7678059"/>
              <a:gd name="connsiteY1278" fmla="*/ 273740 h 6858000"/>
              <a:gd name="connsiteX1279" fmla="*/ 6702206 w 7678059"/>
              <a:gd name="connsiteY1279" fmla="*/ 250505 h 6858000"/>
              <a:gd name="connsiteX1280" fmla="*/ 6705740 w 7678059"/>
              <a:gd name="connsiteY1280" fmla="*/ 271076 h 6858000"/>
              <a:gd name="connsiteX1281" fmla="*/ 6701917 w 7678059"/>
              <a:gd name="connsiteY1281" fmla="*/ 285937 h 6858000"/>
              <a:gd name="connsiteX1282" fmla="*/ 6752754 w 7678059"/>
              <a:gd name="connsiteY1282" fmla="*/ 278649 h 6858000"/>
              <a:gd name="connsiteX1283" fmla="*/ 6786522 w 7678059"/>
              <a:gd name="connsiteY1283" fmla="*/ 251703 h 6858000"/>
              <a:gd name="connsiteX1284" fmla="*/ 6812033 w 7678059"/>
              <a:gd name="connsiteY1284" fmla="*/ 214577 h 6858000"/>
              <a:gd name="connsiteX1285" fmla="*/ 6813348 w 7678059"/>
              <a:gd name="connsiteY1285" fmla="*/ 228709 h 6858000"/>
              <a:gd name="connsiteX1286" fmla="*/ 6865684 w 7678059"/>
              <a:gd name="connsiteY1286" fmla="*/ 185355 h 6858000"/>
              <a:gd name="connsiteX1287" fmla="*/ 6852629 w 7678059"/>
              <a:gd name="connsiteY1287" fmla="*/ 159969 h 6858000"/>
              <a:gd name="connsiteX1288" fmla="*/ 6874903 w 7678059"/>
              <a:gd name="connsiteY1288" fmla="*/ 182480 h 6858000"/>
              <a:gd name="connsiteX1289" fmla="*/ 6886161 w 7678059"/>
              <a:gd name="connsiteY1289" fmla="*/ 133743 h 6858000"/>
              <a:gd name="connsiteX1290" fmla="*/ 6886161 w 7678059"/>
              <a:gd name="connsiteY1290" fmla="*/ 153620 h 6858000"/>
              <a:gd name="connsiteX1291" fmla="*/ 6945915 w 7678059"/>
              <a:gd name="connsiteY1291" fmla="*/ 124041 h 6858000"/>
              <a:gd name="connsiteX1292" fmla="*/ 6975378 w 7678059"/>
              <a:gd name="connsiteY1292" fmla="*/ 72067 h 6858000"/>
              <a:gd name="connsiteX1293" fmla="*/ 6969387 w 7678059"/>
              <a:gd name="connsiteY1293" fmla="*/ 118054 h 6858000"/>
              <a:gd name="connsiteX1294" fmla="*/ 7007112 w 7678059"/>
              <a:gd name="connsiteY1294" fmla="*/ 94104 h 6858000"/>
              <a:gd name="connsiteX1295" fmla="*/ 7000647 w 7678059"/>
              <a:gd name="connsiteY1295" fmla="*/ 116856 h 6858000"/>
              <a:gd name="connsiteX1296" fmla="*/ 6993221 w 7678059"/>
              <a:gd name="connsiteY1296" fmla="*/ 139729 h 6858000"/>
              <a:gd name="connsiteX1297" fmla="*/ 7019447 w 7678059"/>
              <a:gd name="connsiteY1297" fmla="*/ 105000 h 6858000"/>
              <a:gd name="connsiteX1298" fmla="*/ 7030016 w 7678059"/>
              <a:gd name="connsiteY1298" fmla="*/ 120645 h 6858000"/>
              <a:gd name="connsiteX1299" fmla="*/ 7034348 w 7678059"/>
              <a:gd name="connsiteY1299" fmla="*/ 122913 h 6858000"/>
              <a:gd name="connsiteX1300" fmla="*/ 7045316 w 7678059"/>
              <a:gd name="connsiteY1300" fmla="*/ 149190 h 6858000"/>
              <a:gd name="connsiteX1301" fmla="*/ 7037411 w 7678059"/>
              <a:gd name="connsiteY1301" fmla="*/ 183920 h 6858000"/>
              <a:gd name="connsiteX1302" fmla="*/ 6991182 w 7678059"/>
              <a:gd name="connsiteY1302" fmla="*/ 281524 h 6858000"/>
              <a:gd name="connsiteX1303" fmla="*/ 7030106 w 7678059"/>
              <a:gd name="connsiteY1303" fmla="*/ 267512 h 6858000"/>
              <a:gd name="connsiteX1304" fmla="*/ 7031903 w 7678059"/>
              <a:gd name="connsiteY1304" fmla="*/ 244397 h 6858000"/>
              <a:gd name="connsiteX1305" fmla="*/ 7120762 w 7678059"/>
              <a:gd name="connsiteY1305" fmla="*/ 174459 h 6858000"/>
              <a:gd name="connsiteX1306" fmla="*/ 7115013 w 7678059"/>
              <a:gd name="connsiteY1306" fmla="*/ 117455 h 6858000"/>
              <a:gd name="connsiteX1307" fmla="*/ 7149381 w 7678059"/>
              <a:gd name="connsiteY1307" fmla="*/ 103202 h 6858000"/>
              <a:gd name="connsiteX1308" fmla="*/ 7149381 w 7678059"/>
              <a:gd name="connsiteY1308" fmla="*/ 143682 h 6858000"/>
              <a:gd name="connsiteX1309" fmla="*/ 7139683 w 7678059"/>
              <a:gd name="connsiteY1309" fmla="*/ 178291 h 6858000"/>
              <a:gd name="connsiteX1310" fmla="*/ 7131779 w 7678059"/>
              <a:gd name="connsiteY1310" fmla="*/ 210745 h 6858000"/>
              <a:gd name="connsiteX1311" fmla="*/ 7135252 w 7678059"/>
              <a:gd name="connsiteY1311" fmla="*/ 245117 h 6858000"/>
              <a:gd name="connsiteX1312" fmla="*/ 7162199 w 7678059"/>
              <a:gd name="connsiteY1312" fmla="*/ 221167 h 6858000"/>
              <a:gd name="connsiteX1313" fmla="*/ 7172736 w 7678059"/>
              <a:gd name="connsiteY1313" fmla="*/ 182963 h 6858000"/>
              <a:gd name="connsiteX1314" fmla="*/ 7184714 w 7678059"/>
              <a:gd name="connsiteY1314" fmla="*/ 238170 h 6858000"/>
              <a:gd name="connsiteX1315" fmla="*/ 7223155 w 7678059"/>
              <a:gd name="connsiteY1315" fmla="*/ 216732 h 6858000"/>
              <a:gd name="connsiteX1316" fmla="*/ 7221715 w 7678059"/>
              <a:gd name="connsiteY1316" fmla="*/ 172783 h 6858000"/>
              <a:gd name="connsiteX1317" fmla="*/ 7242912 w 7678059"/>
              <a:gd name="connsiteY1317" fmla="*/ 179131 h 6858000"/>
              <a:gd name="connsiteX1318" fmla="*/ 7251415 w 7678059"/>
              <a:gd name="connsiteY1318" fmla="*/ 296130 h 6858000"/>
              <a:gd name="connsiteX1319" fmla="*/ 7201118 w 7678059"/>
              <a:gd name="connsiteY1319" fmla="*/ 437804 h 6858000"/>
              <a:gd name="connsiteX1320" fmla="*/ 7277525 w 7678059"/>
              <a:gd name="connsiteY1320" fmla="*/ 262599 h 6858000"/>
              <a:gd name="connsiteX1321" fmla="*/ 7278241 w 7678059"/>
              <a:gd name="connsiteY1321" fmla="*/ 281524 h 6858000"/>
              <a:gd name="connsiteX1322" fmla="*/ 7309618 w 7678059"/>
              <a:gd name="connsiteY1322" fmla="*/ 236372 h 6858000"/>
              <a:gd name="connsiteX1323" fmla="*/ 7295485 w 7678059"/>
              <a:gd name="connsiteY1323" fmla="*/ 295053 h 6858000"/>
              <a:gd name="connsiteX1324" fmla="*/ 7288899 w 7678059"/>
              <a:gd name="connsiteY1324" fmla="*/ 325831 h 6858000"/>
              <a:gd name="connsiteX1325" fmla="*/ 7280999 w 7678059"/>
              <a:gd name="connsiteY1325" fmla="*/ 355893 h 6858000"/>
              <a:gd name="connsiteX1326" fmla="*/ 7271776 w 7678059"/>
              <a:gd name="connsiteY1326" fmla="*/ 384752 h 6858000"/>
              <a:gd name="connsiteX1327" fmla="*/ 7259798 w 7678059"/>
              <a:gd name="connsiteY1327" fmla="*/ 410858 h 6858000"/>
              <a:gd name="connsiteX1328" fmla="*/ 7227344 w 7678059"/>
              <a:gd name="connsiteY1328" fmla="*/ 451217 h 6858000"/>
              <a:gd name="connsiteX1329" fmla="*/ 7239322 w 7678059"/>
              <a:gd name="connsiteY1329" fmla="*/ 427266 h 6858000"/>
              <a:gd name="connsiteX1330" fmla="*/ 7194773 w 7678059"/>
              <a:gd name="connsiteY1330" fmla="*/ 487145 h 6858000"/>
              <a:gd name="connsiteX1331" fmla="*/ 7156091 w 7678059"/>
              <a:gd name="connsiteY1331" fmla="*/ 560915 h 6858000"/>
              <a:gd name="connsiteX1332" fmla="*/ 7206148 w 7678059"/>
              <a:gd name="connsiteY1332" fmla="*/ 517681 h 6858000"/>
              <a:gd name="connsiteX1333" fmla="*/ 7229262 w 7678059"/>
              <a:gd name="connsiteY1333" fmla="*/ 486787 h 6858000"/>
              <a:gd name="connsiteX1334" fmla="*/ 7251058 w 7678059"/>
              <a:gd name="connsiteY1334" fmla="*/ 452656 h 6858000"/>
              <a:gd name="connsiteX1335" fmla="*/ 7183516 w 7678059"/>
              <a:gd name="connsiteY1335" fmla="*/ 611212 h 6858000"/>
              <a:gd name="connsiteX1336" fmla="*/ 7032024 w 7678059"/>
              <a:gd name="connsiteY1336" fmla="*/ 781147 h 6858000"/>
              <a:gd name="connsiteX1337" fmla="*/ 7080645 w 7678059"/>
              <a:gd name="connsiteY1337" fmla="*/ 744025 h 6858000"/>
              <a:gd name="connsiteX1338" fmla="*/ 7131899 w 7678059"/>
              <a:gd name="connsiteY1338" fmla="*/ 697080 h 6858000"/>
              <a:gd name="connsiteX1339" fmla="*/ 7213694 w 7678059"/>
              <a:gd name="connsiteY1339" fmla="*/ 607501 h 6858000"/>
              <a:gd name="connsiteX1340" fmla="*/ 7211298 w 7678059"/>
              <a:gd name="connsiteY1340" fmla="*/ 638400 h 6858000"/>
              <a:gd name="connsiteX1341" fmla="*/ 7253092 w 7678059"/>
              <a:gd name="connsiteY1341" fmla="*/ 599597 h 6858000"/>
              <a:gd name="connsiteX1342" fmla="*/ 7229141 w 7678059"/>
              <a:gd name="connsiteY1342" fmla="*/ 650373 h 6858000"/>
              <a:gd name="connsiteX1343" fmla="*/ 7312971 w 7678059"/>
              <a:gd name="connsiteY1343" fmla="*/ 569776 h 6858000"/>
              <a:gd name="connsiteX1344" fmla="*/ 7298364 w 7678059"/>
              <a:gd name="connsiteY1344" fmla="*/ 550735 h 6858000"/>
              <a:gd name="connsiteX1345" fmla="*/ 7319798 w 7678059"/>
              <a:gd name="connsiteY1345" fmla="*/ 513970 h 6858000"/>
              <a:gd name="connsiteX1346" fmla="*/ 7348657 w 7678059"/>
              <a:gd name="connsiteY1346" fmla="*/ 470500 h 6858000"/>
              <a:gd name="connsiteX1347" fmla="*/ 7324707 w 7678059"/>
              <a:gd name="connsiteY1347" fmla="*/ 533012 h 6858000"/>
              <a:gd name="connsiteX1348" fmla="*/ 7360635 w 7678059"/>
              <a:gd name="connsiteY1348" fmla="*/ 491817 h 6858000"/>
              <a:gd name="connsiteX1349" fmla="*/ 7395723 w 7678059"/>
              <a:gd name="connsiteY1349" fmla="*/ 439360 h 6858000"/>
              <a:gd name="connsiteX1350" fmla="*/ 7365906 w 7678059"/>
              <a:gd name="connsiteY1350" fmla="*/ 468103 h 6858000"/>
              <a:gd name="connsiteX1351" fmla="*/ 7383749 w 7678059"/>
              <a:gd name="connsiteY1351" fmla="*/ 428943 h 6858000"/>
              <a:gd name="connsiteX1352" fmla="*/ 7410575 w 7678059"/>
              <a:gd name="connsiteY1352" fmla="*/ 383434 h 6858000"/>
              <a:gd name="connsiteX1353" fmla="*/ 7466738 w 7678059"/>
              <a:gd name="connsiteY1353" fmla="*/ 297807 h 6858000"/>
              <a:gd name="connsiteX1354" fmla="*/ 7468415 w 7678059"/>
              <a:gd name="connsiteY1354" fmla="*/ 329304 h 6858000"/>
              <a:gd name="connsiteX1355" fmla="*/ 7467337 w 7678059"/>
              <a:gd name="connsiteY1355" fmla="*/ 361759 h 6858000"/>
              <a:gd name="connsiteX1356" fmla="*/ 7490090 w 7678059"/>
              <a:gd name="connsiteY1356" fmla="*/ 273619 h 6858000"/>
              <a:gd name="connsiteX1357" fmla="*/ 7502067 w 7678059"/>
              <a:gd name="connsiteY1357" fmla="*/ 352897 h 6858000"/>
              <a:gd name="connsiteX1358" fmla="*/ 7470570 w 7678059"/>
              <a:gd name="connsiteY1358" fmla="*/ 373857 h 6858000"/>
              <a:gd name="connsiteX1359" fmla="*/ 7447701 w 7678059"/>
              <a:gd name="connsiteY1359" fmla="*/ 518642 h 6858000"/>
              <a:gd name="connsiteX1360" fmla="*/ 7486978 w 7678059"/>
              <a:gd name="connsiteY1360" fmla="*/ 469060 h 6858000"/>
              <a:gd name="connsiteX1361" fmla="*/ 7489616 w 7678059"/>
              <a:gd name="connsiteY1361" fmla="*/ 425348 h 6858000"/>
              <a:gd name="connsiteX1362" fmla="*/ 7494046 w 7678059"/>
              <a:gd name="connsiteY1362" fmla="*/ 541037 h 6858000"/>
              <a:gd name="connsiteX1363" fmla="*/ 7537995 w 7678059"/>
              <a:gd name="connsiteY1363" fmla="*/ 467625 h 6858000"/>
              <a:gd name="connsiteX1364" fmla="*/ 7549969 w 7678059"/>
              <a:gd name="connsiteY1364" fmla="*/ 392894 h 6858000"/>
              <a:gd name="connsiteX1365" fmla="*/ 7589133 w 7678059"/>
              <a:gd name="connsiteY1365" fmla="*/ 454570 h 6858000"/>
              <a:gd name="connsiteX1366" fmla="*/ 7620510 w 7678059"/>
              <a:gd name="connsiteY1366" fmla="*/ 455410 h 6858000"/>
              <a:gd name="connsiteX1367" fmla="*/ 7626617 w 7678059"/>
              <a:gd name="connsiteY1367" fmla="*/ 398165 h 6858000"/>
              <a:gd name="connsiteX1368" fmla="*/ 7632841 w 7678059"/>
              <a:gd name="connsiteY1368" fmla="*/ 521155 h 6858000"/>
              <a:gd name="connsiteX1369" fmla="*/ 7659667 w 7678059"/>
              <a:gd name="connsiteY1369" fmla="*/ 495528 h 6858000"/>
              <a:gd name="connsiteX1370" fmla="*/ 7631527 w 7678059"/>
              <a:gd name="connsiteY1370" fmla="*/ 563548 h 6858000"/>
              <a:gd name="connsiteX1371" fmla="*/ 7614399 w 7678059"/>
              <a:gd name="connsiteY1371" fmla="*/ 617682 h 6858000"/>
              <a:gd name="connsiteX1372" fmla="*/ 7619312 w 7678059"/>
              <a:gd name="connsiteY1372" fmla="*/ 652407 h 6858000"/>
              <a:gd name="connsiteX1373" fmla="*/ 7578591 w 7678059"/>
              <a:gd name="connsiteY1373" fmla="*/ 715881 h 6858000"/>
              <a:gd name="connsiteX1374" fmla="*/ 7556916 w 7678059"/>
              <a:gd name="connsiteY1374" fmla="*/ 751809 h 6858000"/>
              <a:gd name="connsiteX1375" fmla="*/ 7535121 w 7678059"/>
              <a:gd name="connsiteY1375" fmla="*/ 788573 h 6858000"/>
              <a:gd name="connsiteX1376" fmla="*/ 7468777 w 7678059"/>
              <a:gd name="connsiteY1376" fmla="*/ 937910 h 6858000"/>
              <a:gd name="connsiteX1377" fmla="*/ 7514644 w 7678059"/>
              <a:gd name="connsiteY1377" fmla="*/ 894439 h 6858000"/>
              <a:gd name="connsiteX1378" fmla="*/ 7551649 w 7678059"/>
              <a:gd name="connsiteY1378" fmla="*/ 836474 h 6858000"/>
              <a:gd name="connsiteX1379" fmla="*/ 7581350 w 7678059"/>
              <a:gd name="connsiteY1379" fmla="*/ 775402 h 6858000"/>
              <a:gd name="connsiteX1380" fmla="*/ 7606615 w 7678059"/>
              <a:gd name="connsiteY1380" fmla="*/ 722828 h 6858000"/>
              <a:gd name="connsiteX1381" fmla="*/ 7555602 w 7678059"/>
              <a:gd name="connsiteY1381" fmla="*/ 876954 h 6858000"/>
              <a:gd name="connsiteX1382" fmla="*/ 7611528 w 7678059"/>
              <a:gd name="connsiteY1382" fmla="*/ 782345 h 6858000"/>
              <a:gd name="connsiteX1383" fmla="*/ 7657154 w 7678059"/>
              <a:gd name="connsiteY1383" fmla="*/ 737797 h 6858000"/>
              <a:gd name="connsiteX1384" fmla="*/ 7667213 w 7678059"/>
              <a:gd name="connsiteY1384" fmla="*/ 703545 h 6858000"/>
              <a:gd name="connsiteX1385" fmla="*/ 7648529 w 7678059"/>
              <a:gd name="connsiteY1385" fmla="*/ 854559 h 6858000"/>
              <a:gd name="connsiteX1386" fmla="*/ 7635837 w 7678059"/>
              <a:gd name="connsiteY1386" fmla="*/ 833121 h 6858000"/>
              <a:gd name="connsiteX1387" fmla="*/ 7607093 w 7678059"/>
              <a:gd name="connsiteY1387" fmla="*/ 875398 h 6858000"/>
              <a:gd name="connsiteX1388" fmla="*/ 7591526 w 7678059"/>
              <a:gd name="connsiteY1388" fmla="*/ 913119 h 6858000"/>
              <a:gd name="connsiteX1389" fmla="*/ 7565778 w 7678059"/>
              <a:gd name="connsiteY1389" fmla="*/ 966890 h 6858000"/>
              <a:gd name="connsiteX1390" fmla="*/ 7573204 w 7678059"/>
              <a:gd name="connsiteY1390" fmla="*/ 940664 h 6858000"/>
              <a:gd name="connsiteX1391" fmla="*/ 7573204 w 7678059"/>
              <a:gd name="connsiteY1391" fmla="*/ 916713 h 6858000"/>
              <a:gd name="connsiteX1392" fmla="*/ 7542064 w 7678059"/>
              <a:gd name="connsiteY1392" fmla="*/ 971562 h 6858000"/>
              <a:gd name="connsiteX1393" fmla="*/ 7526018 w 7678059"/>
              <a:gd name="connsiteY1393" fmla="*/ 1023174 h 6858000"/>
              <a:gd name="connsiteX1394" fmla="*/ 7487577 w 7678059"/>
              <a:gd name="connsiteY1394" fmla="*/ 1106288 h 6858000"/>
              <a:gd name="connsiteX1395" fmla="*/ 7519669 w 7678059"/>
              <a:gd name="connsiteY1395" fmla="*/ 1087725 h 6858000"/>
              <a:gd name="connsiteX1396" fmla="*/ 7547094 w 7678059"/>
              <a:gd name="connsiteY1396" fmla="*/ 1059822 h 6858000"/>
              <a:gd name="connsiteX1397" fmla="*/ 7590327 w 7678059"/>
              <a:gd name="connsiteY1397" fmla="*/ 988807 h 6858000"/>
              <a:gd name="connsiteX1398" fmla="*/ 7623381 w 7678059"/>
              <a:gd name="connsiteY1398" fmla="*/ 914795 h 6858000"/>
              <a:gd name="connsiteX1399" fmla="*/ 7654395 w 7678059"/>
              <a:gd name="connsiteY1399" fmla="*/ 858869 h 6858000"/>
              <a:gd name="connsiteX1400" fmla="*/ 7533444 w 7678059"/>
              <a:gd name="connsiteY1400" fmla="*/ 1106887 h 6858000"/>
              <a:gd name="connsiteX1401" fmla="*/ 7349498 w 7678059"/>
              <a:gd name="connsiteY1401" fmla="*/ 1263288 h 6858000"/>
              <a:gd name="connsiteX1402" fmla="*/ 7163634 w 7678059"/>
              <a:gd name="connsiteY1402" fmla="*/ 1421250 h 6858000"/>
              <a:gd name="connsiteX1403" fmla="*/ 7351532 w 7678059"/>
              <a:gd name="connsiteY1403" fmla="*/ 1250475 h 6858000"/>
              <a:gd name="connsiteX1404" fmla="*/ 7247942 w 7678059"/>
              <a:gd name="connsiteY1404" fmla="*/ 1314905 h 6858000"/>
              <a:gd name="connsiteX1405" fmla="*/ 7142075 w 7678059"/>
              <a:gd name="connsiteY1405" fmla="*/ 1381369 h 6858000"/>
              <a:gd name="connsiteX1406" fmla="*/ 7415363 w 7678059"/>
              <a:gd name="connsiteY1406" fmla="*/ 1146884 h 6858000"/>
              <a:gd name="connsiteX1407" fmla="*/ 7355484 w 7678059"/>
              <a:gd name="connsiteY1407" fmla="*/ 1176464 h 6858000"/>
              <a:gd name="connsiteX1408" fmla="*/ 7296920 w 7678059"/>
              <a:gd name="connsiteY1408" fmla="*/ 1224369 h 6858000"/>
              <a:gd name="connsiteX1409" fmla="*/ 7143153 w 7678059"/>
              <a:gd name="connsiteY1409" fmla="*/ 1351311 h 6858000"/>
              <a:gd name="connsiteX1410" fmla="*/ 7179081 w 7678059"/>
              <a:gd name="connsiteY1410" fmla="*/ 1312750 h 6858000"/>
              <a:gd name="connsiteX1411" fmla="*/ 7223991 w 7678059"/>
              <a:gd name="connsiteY1411" fmla="*/ 1276822 h 6858000"/>
              <a:gd name="connsiteX1412" fmla="*/ 7311893 w 7678059"/>
              <a:gd name="connsiteY1412" fmla="*/ 1197664 h 6858000"/>
              <a:gd name="connsiteX1413" fmla="*/ 7244830 w 7678059"/>
              <a:gd name="connsiteY1413" fmla="*/ 1234429 h 6858000"/>
              <a:gd name="connsiteX1414" fmla="*/ 7163634 w 7678059"/>
              <a:gd name="connsiteY1414" fmla="*/ 1299458 h 6858000"/>
              <a:gd name="connsiteX1415" fmla="*/ 7088424 w 7678059"/>
              <a:gd name="connsiteY1415" fmla="*/ 1363767 h 6858000"/>
              <a:gd name="connsiteX1416" fmla="*/ 7040523 w 7678059"/>
              <a:gd name="connsiteY1416" fmla="*/ 1401846 h 6858000"/>
              <a:gd name="connsiteX1417" fmla="*/ 6882924 w 7678059"/>
              <a:gd name="connsiteY1417" fmla="*/ 1509630 h 6858000"/>
              <a:gd name="connsiteX1418" fmla="*/ 6706042 w 7678059"/>
              <a:gd name="connsiteY1418" fmla="*/ 1618488 h 6858000"/>
              <a:gd name="connsiteX1419" fmla="*/ 6741970 w 7678059"/>
              <a:gd name="connsiteY1419" fmla="*/ 1603877 h 6858000"/>
              <a:gd name="connsiteX1420" fmla="*/ 6562334 w 7678059"/>
              <a:gd name="connsiteY1420" fmla="*/ 1707110 h 6858000"/>
              <a:gd name="connsiteX1421" fmla="*/ 6472876 w 7678059"/>
              <a:gd name="connsiteY1421" fmla="*/ 1747706 h 6858000"/>
              <a:gd name="connsiteX1422" fmla="*/ 6414432 w 7678059"/>
              <a:gd name="connsiteY1422" fmla="*/ 1784590 h 6858000"/>
              <a:gd name="connsiteX1423" fmla="*/ 6448205 w 7678059"/>
              <a:gd name="connsiteY1423" fmla="*/ 1733935 h 6858000"/>
              <a:gd name="connsiteX1424" fmla="*/ 6500179 w 7678059"/>
              <a:gd name="connsiteY1424" fmla="*/ 1721958 h 6858000"/>
              <a:gd name="connsiteX1425" fmla="*/ 6550598 w 7678059"/>
              <a:gd name="connsiteY1425" fmla="*/ 1692258 h 6858000"/>
              <a:gd name="connsiteX1426" fmla="*/ 6602093 w 7678059"/>
              <a:gd name="connsiteY1426" fmla="*/ 1653696 h 6858000"/>
              <a:gd name="connsiteX1427" fmla="*/ 6658378 w 7678059"/>
              <a:gd name="connsiteY1427" fmla="*/ 1613816 h 6858000"/>
              <a:gd name="connsiteX1428" fmla="*/ 6616463 w 7678059"/>
              <a:gd name="connsiteY1428" fmla="*/ 1610825 h 6858000"/>
              <a:gd name="connsiteX1429" fmla="*/ 6567484 w 7678059"/>
              <a:gd name="connsiteY1429" fmla="*/ 1625914 h 6858000"/>
              <a:gd name="connsiteX1430" fmla="*/ 6610713 w 7678059"/>
              <a:gd name="connsiteY1430" fmla="*/ 1625914 h 6858000"/>
              <a:gd name="connsiteX1431" fmla="*/ 6568441 w 7678059"/>
              <a:gd name="connsiteY1431" fmla="*/ 1645554 h 6858000"/>
              <a:gd name="connsiteX1432" fmla="*/ 6495150 w 7678059"/>
              <a:gd name="connsiteY1432" fmla="*/ 1667229 h 6858000"/>
              <a:gd name="connsiteX1433" fmla="*/ 6528082 w 7678059"/>
              <a:gd name="connsiteY1433" fmla="*/ 1631301 h 6858000"/>
              <a:gd name="connsiteX1434" fmla="*/ 6444253 w 7678059"/>
              <a:gd name="connsiteY1434" fmla="*/ 1664113 h 6858000"/>
              <a:gd name="connsiteX1435" fmla="*/ 6391921 w 7678059"/>
              <a:gd name="connsiteY1435" fmla="*/ 1721600 h 6858000"/>
              <a:gd name="connsiteX1436" fmla="*/ 6291921 w 7678059"/>
              <a:gd name="connsiteY1436" fmla="*/ 1755369 h 6858000"/>
              <a:gd name="connsiteX1437" fmla="*/ 6222465 w 7678059"/>
              <a:gd name="connsiteY1437" fmla="*/ 1788900 h 6858000"/>
              <a:gd name="connsiteX1438" fmla="*/ 5967020 w 7678059"/>
              <a:gd name="connsiteY1438" fmla="*/ 1887104 h 6858000"/>
              <a:gd name="connsiteX1439" fmla="*/ 5996484 w 7678059"/>
              <a:gd name="connsiteY1439" fmla="*/ 1914528 h 6858000"/>
              <a:gd name="connsiteX1440" fmla="*/ 5954690 w 7678059"/>
              <a:gd name="connsiteY1440" fmla="*/ 1940392 h 6858000"/>
              <a:gd name="connsiteX1441" fmla="*/ 5896125 w 7678059"/>
              <a:gd name="connsiteY1441" fmla="*/ 1925187 h 6858000"/>
              <a:gd name="connsiteX1442" fmla="*/ 5877325 w 7678059"/>
              <a:gd name="connsiteY1442" fmla="*/ 1945784 h 6858000"/>
              <a:gd name="connsiteX1443" fmla="*/ 5797448 w 7678059"/>
              <a:gd name="connsiteY1443" fmla="*/ 1974407 h 6858000"/>
              <a:gd name="connsiteX1444" fmla="*/ 5840078 w 7678059"/>
              <a:gd name="connsiteY1444" fmla="*/ 1963985 h 6858000"/>
              <a:gd name="connsiteX1445" fmla="*/ 5878282 w 7678059"/>
              <a:gd name="connsiteY1445" fmla="*/ 1963985 h 6858000"/>
              <a:gd name="connsiteX1446" fmla="*/ 5831695 w 7678059"/>
              <a:gd name="connsiteY1446" fmla="*/ 1975963 h 6858000"/>
              <a:gd name="connsiteX1447" fmla="*/ 5870498 w 7678059"/>
              <a:gd name="connsiteY1447" fmla="*/ 2007460 h 6858000"/>
              <a:gd name="connsiteX1448" fmla="*/ 5758525 w 7678059"/>
              <a:gd name="connsiteY1448" fmla="*/ 2022187 h 6858000"/>
              <a:gd name="connsiteX1449" fmla="*/ 5777208 w 7678059"/>
              <a:gd name="connsiteY1449" fmla="*/ 2006499 h 6858000"/>
              <a:gd name="connsiteX1450" fmla="*/ 5751577 w 7678059"/>
              <a:gd name="connsiteY1450" fmla="*/ 1985302 h 6858000"/>
              <a:gd name="connsiteX1451" fmla="*/ 5689427 w 7678059"/>
              <a:gd name="connsiteY1451" fmla="*/ 2034885 h 6858000"/>
              <a:gd name="connsiteX1452" fmla="*/ 5607752 w 7678059"/>
              <a:gd name="connsiteY1452" fmla="*/ 2044703 h 6858000"/>
              <a:gd name="connsiteX1453" fmla="*/ 5519251 w 7678059"/>
              <a:gd name="connsiteY1453" fmla="*/ 2090328 h 6858000"/>
              <a:gd name="connsiteX1454" fmla="*/ 5517333 w 7678059"/>
              <a:gd name="connsiteY1454" fmla="*/ 2067335 h 6858000"/>
              <a:gd name="connsiteX1455" fmla="*/ 5305725 w 7678059"/>
              <a:gd name="connsiteY1455" fmla="*/ 2185179 h 6858000"/>
              <a:gd name="connsiteX1456" fmla="*/ 5227042 w 7678059"/>
              <a:gd name="connsiteY1456" fmla="*/ 2200625 h 6858000"/>
              <a:gd name="connsiteX1457" fmla="*/ 5156983 w 7678059"/>
              <a:gd name="connsiteY1457" fmla="*/ 2233800 h 6858000"/>
              <a:gd name="connsiteX1458" fmla="*/ 5189679 w 7678059"/>
              <a:gd name="connsiteY1458" fmla="*/ 2225054 h 6858000"/>
              <a:gd name="connsiteX1459" fmla="*/ 5169917 w 7678059"/>
              <a:gd name="connsiteY1459" fmla="*/ 2259905 h 6858000"/>
              <a:gd name="connsiteX1460" fmla="*/ 5115068 w 7678059"/>
              <a:gd name="connsiteY1460" fmla="*/ 2280623 h 6858000"/>
              <a:gd name="connsiteX1461" fmla="*/ 5055194 w 7678059"/>
              <a:gd name="connsiteY1461" fmla="*/ 2330563 h 6858000"/>
              <a:gd name="connsiteX1462" fmla="*/ 5112198 w 7678059"/>
              <a:gd name="connsiteY1462" fmla="*/ 2315715 h 6858000"/>
              <a:gd name="connsiteX1463" fmla="*/ 5106207 w 7678059"/>
              <a:gd name="connsiteY1463" fmla="*/ 2344096 h 6858000"/>
              <a:gd name="connsiteX1464" fmla="*/ 5064534 w 7678059"/>
              <a:gd name="connsiteY1464" fmla="*/ 2359186 h 6858000"/>
              <a:gd name="connsiteX1465" fmla="*/ 5025373 w 7678059"/>
              <a:gd name="connsiteY1465" fmla="*/ 2365293 h 6858000"/>
              <a:gd name="connsiteX1466" fmla="*/ 5053160 w 7678059"/>
              <a:gd name="connsiteY1466" fmla="*/ 2339545 h 6858000"/>
              <a:gd name="connsiteX1467" fmla="*/ 4997113 w 7678059"/>
              <a:gd name="connsiteY1467" fmla="*/ 2390080 h 6858000"/>
              <a:gd name="connsiteX1468" fmla="*/ 5001302 w 7678059"/>
              <a:gd name="connsiteY1468" fmla="*/ 2361698 h 6858000"/>
              <a:gd name="connsiteX1469" fmla="*/ 4987889 w 7678059"/>
              <a:gd name="connsiteY1469" fmla="*/ 2363737 h 6858000"/>
              <a:gd name="connsiteX1470" fmla="*/ 4967292 w 7678059"/>
              <a:gd name="connsiteY1470" fmla="*/ 2365772 h 6858000"/>
              <a:gd name="connsiteX1471" fmla="*/ 4931364 w 7678059"/>
              <a:gd name="connsiteY1471" fmla="*/ 2424452 h 6858000"/>
              <a:gd name="connsiteX1472" fmla="*/ 4960943 w 7678059"/>
              <a:gd name="connsiteY1472" fmla="*/ 2378827 h 6858000"/>
              <a:gd name="connsiteX1473" fmla="*/ 4892444 w 7678059"/>
              <a:gd name="connsiteY1473" fmla="*/ 2388403 h 6858000"/>
              <a:gd name="connsiteX1474" fmla="*/ 4915081 w 7678059"/>
              <a:gd name="connsiteY1474" fmla="*/ 2400381 h 6858000"/>
              <a:gd name="connsiteX1475" fmla="*/ 4893522 w 7678059"/>
              <a:gd name="connsiteY1475" fmla="*/ 2408764 h 6858000"/>
              <a:gd name="connsiteX1476" fmla="*/ 4859632 w 7678059"/>
              <a:gd name="connsiteY1476" fmla="*/ 2419664 h 6858000"/>
              <a:gd name="connsiteX1477" fmla="*/ 4908732 w 7678059"/>
              <a:gd name="connsiteY1477" fmla="*/ 2413315 h 6858000"/>
              <a:gd name="connsiteX1478" fmla="*/ 4890410 w 7678059"/>
              <a:gd name="connsiteY1478" fmla="*/ 2438223 h 6858000"/>
              <a:gd name="connsiteX1479" fmla="*/ 4856999 w 7678059"/>
              <a:gd name="connsiteY1479" fmla="*/ 2453911 h 6858000"/>
              <a:gd name="connsiteX1480" fmla="*/ 4809094 w 7678059"/>
              <a:gd name="connsiteY1480" fmla="*/ 2492114 h 6858000"/>
              <a:gd name="connsiteX1481" fmla="*/ 4724544 w 7678059"/>
              <a:gd name="connsiteY1481" fmla="*/ 2529840 h 6858000"/>
              <a:gd name="connsiteX1482" fmla="*/ 4660955 w 7678059"/>
              <a:gd name="connsiteY1482" fmla="*/ 2588999 h 6858000"/>
              <a:gd name="connsiteX1483" fmla="*/ 4631496 w 7678059"/>
              <a:gd name="connsiteY1483" fmla="*/ 2585167 h 6858000"/>
              <a:gd name="connsiteX1484" fmla="*/ 4565747 w 7678059"/>
              <a:gd name="connsiteY1484" fmla="*/ 2650912 h 6858000"/>
              <a:gd name="connsiteX1485" fmla="*/ 4502278 w 7678059"/>
              <a:gd name="connsiteY1485" fmla="*/ 2737138 h 6858000"/>
              <a:gd name="connsiteX1486" fmla="*/ 4518083 w 7678059"/>
              <a:gd name="connsiteY1486" fmla="*/ 2703244 h 6858000"/>
              <a:gd name="connsiteX1487" fmla="*/ 4471617 w 7678059"/>
              <a:gd name="connsiteY1487" fmla="*/ 2765040 h 6858000"/>
              <a:gd name="connsiteX1488" fmla="*/ 4477009 w 7678059"/>
              <a:gd name="connsiteY1488" fmla="*/ 2740013 h 6858000"/>
              <a:gd name="connsiteX1489" fmla="*/ 4335305 w 7678059"/>
              <a:gd name="connsiteY1489" fmla="*/ 2858615 h 6858000"/>
              <a:gd name="connsiteX1490" fmla="*/ 4276107 w 7678059"/>
              <a:gd name="connsiteY1490" fmla="*/ 2932346 h 6858000"/>
              <a:gd name="connsiteX1491" fmla="*/ 4291623 w 7678059"/>
              <a:gd name="connsiteY1491" fmla="*/ 2960843 h 6858000"/>
              <a:gd name="connsiteX1492" fmla="*/ 4296769 w 7678059"/>
              <a:gd name="connsiteY1492" fmla="*/ 2999284 h 6858000"/>
              <a:gd name="connsiteX1493" fmla="*/ 4284796 w 7678059"/>
              <a:gd name="connsiteY1493" fmla="*/ 3033057 h 6858000"/>
              <a:gd name="connsiteX1494" fmla="*/ 4254139 w 7678059"/>
              <a:gd name="connsiteY1494" fmla="*/ 3058443 h 6858000"/>
              <a:gd name="connsiteX1495" fmla="*/ 4253061 w 7678059"/>
              <a:gd name="connsiteY1495" fmla="*/ 3095927 h 6858000"/>
              <a:gd name="connsiteX1496" fmla="*/ 4241084 w 7678059"/>
              <a:gd name="connsiteY1496" fmla="*/ 3127782 h 6858000"/>
              <a:gd name="connsiteX1497" fmla="*/ 4235576 w 7678059"/>
              <a:gd name="connsiteY1497" fmla="*/ 3094850 h 6858000"/>
              <a:gd name="connsiteX1498" fmla="*/ 4241084 w 7678059"/>
              <a:gd name="connsiteY1498" fmla="*/ 3075929 h 6858000"/>
              <a:gd name="connsiteX1499" fmla="*/ 4247312 w 7678059"/>
              <a:gd name="connsiteY1499" fmla="*/ 3055090 h 6858000"/>
              <a:gd name="connsiteX1500" fmla="*/ 4218448 w 7678059"/>
              <a:gd name="connsiteY1500" fmla="*/ 3089221 h 6858000"/>
              <a:gd name="connsiteX1501" fmla="*/ 4214138 w 7678059"/>
              <a:gd name="connsiteY1501" fmla="*/ 3110900 h 6858000"/>
              <a:gd name="connsiteX1502" fmla="*/ 4197014 w 7678059"/>
              <a:gd name="connsiteY1502" fmla="*/ 3128265 h 6858000"/>
              <a:gd name="connsiteX1503" fmla="*/ 4201803 w 7678059"/>
              <a:gd name="connsiteY1503" fmla="*/ 3100362 h 6858000"/>
              <a:gd name="connsiteX1504" fmla="*/ 4207311 w 7678059"/>
              <a:gd name="connsiteY1504" fmla="*/ 3072455 h 6858000"/>
              <a:gd name="connsiteX1505" fmla="*/ 4210186 w 7678059"/>
              <a:gd name="connsiteY1505" fmla="*/ 3058685 h 6858000"/>
              <a:gd name="connsiteX1506" fmla="*/ 4215215 w 7678059"/>
              <a:gd name="connsiteY1506" fmla="*/ 3045035 h 6858000"/>
              <a:gd name="connsiteX1507" fmla="*/ 4220723 w 7678059"/>
              <a:gd name="connsiteY1507" fmla="*/ 3031739 h 6858000"/>
              <a:gd name="connsiteX1508" fmla="*/ 4228029 w 7678059"/>
              <a:gd name="connsiteY1508" fmla="*/ 3018925 h 6858000"/>
              <a:gd name="connsiteX1509" fmla="*/ 4201083 w 7678059"/>
              <a:gd name="connsiteY1509" fmla="*/ 3035212 h 6858000"/>
              <a:gd name="connsiteX1510" fmla="*/ 4189110 w 7678059"/>
              <a:gd name="connsiteY1510" fmla="*/ 3058206 h 6858000"/>
              <a:gd name="connsiteX1511" fmla="*/ 4174977 w 7678059"/>
              <a:gd name="connsiteY1511" fmla="*/ 3123235 h 6858000"/>
              <a:gd name="connsiteX1512" fmla="*/ 4173779 w 7678059"/>
              <a:gd name="connsiteY1512" fmla="*/ 3087307 h 6858000"/>
              <a:gd name="connsiteX1513" fmla="*/ 4180171 w 7678059"/>
              <a:gd name="connsiteY1513" fmla="*/ 3056599 h 6858000"/>
              <a:gd name="connsiteX1514" fmla="*/ 4164668 w 7678059"/>
              <a:gd name="connsiteY1514" fmla="*/ 3068684 h 6858000"/>
              <a:gd name="connsiteX1515" fmla="*/ 4159621 w 7678059"/>
              <a:gd name="connsiteY1515" fmla="*/ 3070231 h 6858000"/>
              <a:gd name="connsiteX1516" fmla="*/ 4158332 w 7678059"/>
              <a:gd name="connsiteY1516" fmla="*/ 3072218 h 6858000"/>
              <a:gd name="connsiteX1517" fmla="*/ 4151983 w 7678059"/>
              <a:gd name="connsiteY1517" fmla="*/ 3089462 h 6858000"/>
              <a:gd name="connsiteX1518" fmla="*/ 4149708 w 7678059"/>
              <a:gd name="connsiteY1518" fmla="*/ 3098802 h 6858000"/>
              <a:gd name="connsiteX1519" fmla="*/ 4148872 w 7678059"/>
              <a:gd name="connsiteY1519" fmla="*/ 3108026 h 6858000"/>
              <a:gd name="connsiteX1520" fmla="*/ 4148273 w 7678059"/>
              <a:gd name="connsiteY1520" fmla="*/ 3142755 h 6858000"/>
              <a:gd name="connsiteX1521" fmla="*/ 4149471 w 7678059"/>
              <a:gd name="connsiteY1521" fmla="*/ 3164072 h 6858000"/>
              <a:gd name="connsiteX1522" fmla="*/ 4149471 w 7678059"/>
              <a:gd name="connsiteY1522" fmla="*/ 3193290 h 6858000"/>
              <a:gd name="connsiteX1523" fmla="*/ 4149471 w 7678059"/>
              <a:gd name="connsiteY1523" fmla="*/ 3211974 h 6858000"/>
              <a:gd name="connsiteX1524" fmla="*/ 4149471 w 7678059"/>
              <a:gd name="connsiteY1524" fmla="*/ 3221913 h 6858000"/>
              <a:gd name="connsiteX1525" fmla="*/ 4150428 w 7678059"/>
              <a:gd name="connsiteY1525" fmla="*/ 3231735 h 6858000"/>
              <a:gd name="connsiteX1526" fmla="*/ 4150428 w 7678059"/>
              <a:gd name="connsiteY1526" fmla="*/ 3236765 h 6858000"/>
              <a:gd name="connsiteX1527" fmla="*/ 4150428 w 7678059"/>
              <a:gd name="connsiteY1527" fmla="*/ 3239278 h 6858000"/>
              <a:gd name="connsiteX1528" fmla="*/ 4150428 w 7678059"/>
              <a:gd name="connsiteY1528" fmla="*/ 3241196 h 6858000"/>
              <a:gd name="connsiteX1529" fmla="*/ 4150428 w 7678059"/>
              <a:gd name="connsiteY1529" fmla="*/ 3243351 h 6858000"/>
              <a:gd name="connsiteX1530" fmla="*/ 4151268 w 7678059"/>
              <a:gd name="connsiteY1530" fmla="*/ 3248622 h 6858000"/>
              <a:gd name="connsiteX1531" fmla="*/ 4152462 w 7678059"/>
              <a:gd name="connsiteY1531" fmla="*/ 3253052 h 6858000"/>
              <a:gd name="connsiteX1532" fmla="*/ 4154858 w 7678059"/>
              <a:gd name="connsiteY1532" fmla="*/ 3261793 h 6858000"/>
              <a:gd name="connsiteX1533" fmla="*/ 4160246 w 7678059"/>
              <a:gd name="connsiteY1533" fmla="*/ 3278529 h 6858000"/>
              <a:gd name="connsiteX1534" fmla="*/ 4162720 w 7678059"/>
              <a:gd name="connsiteY1534" fmla="*/ 3276943 h 6858000"/>
              <a:gd name="connsiteX1535" fmla="*/ 4169900 w 7678059"/>
              <a:gd name="connsiteY1535" fmla="*/ 3269460 h 6858000"/>
              <a:gd name="connsiteX1536" fmla="*/ 4163482 w 7678059"/>
              <a:gd name="connsiteY1536" fmla="*/ 3261435 h 6858000"/>
              <a:gd name="connsiteX1537" fmla="*/ 4167762 w 7678059"/>
              <a:gd name="connsiteY1537" fmla="*/ 3249833 h 6858000"/>
              <a:gd name="connsiteX1538" fmla="*/ 4179037 w 7678059"/>
              <a:gd name="connsiteY1538" fmla="*/ 3259948 h 6858000"/>
              <a:gd name="connsiteX1539" fmla="*/ 4191984 w 7678059"/>
              <a:gd name="connsiteY1539" fmla="*/ 3246462 h 6858000"/>
              <a:gd name="connsiteX1540" fmla="*/ 4193036 w 7678059"/>
              <a:gd name="connsiteY1540" fmla="*/ 3253574 h 6858000"/>
              <a:gd name="connsiteX1541" fmla="*/ 4184550 w 7678059"/>
              <a:gd name="connsiteY1541" fmla="*/ 3264844 h 6858000"/>
              <a:gd name="connsiteX1542" fmla="*/ 4199648 w 7678059"/>
              <a:gd name="connsiteY1542" fmla="*/ 3277718 h 6858000"/>
              <a:gd name="connsiteX1543" fmla="*/ 4203703 w 7678059"/>
              <a:gd name="connsiteY1543" fmla="*/ 3265077 h 6858000"/>
              <a:gd name="connsiteX1544" fmla="*/ 4212879 w 7678059"/>
              <a:gd name="connsiteY1544" fmla="*/ 3280697 h 6858000"/>
              <a:gd name="connsiteX1545" fmla="*/ 4220723 w 7678059"/>
              <a:gd name="connsiteY1545" fmla="*/ 3324784 h 6858000"/>
              <a:gd name="connsiteX1546" fmla="*/ 4253898 w 7678059"/>
              <a:gd name="connsiteY1546" fmla="*/ 3423224 h 6858000"/>
              <a:gd name="connsiteX1547" fmla="*/ 4208630 w 7678059"/>
              <a:gd name="connsiteY1547" fmla="*/ 3342506 h 6858000"/>
              <a:gd name="connsiteX1548" fmla="*/ 4188032 w 7678059"/>
              <a:gd name="connsiteY1548" fmla="*/ 3292135 h 6858000"/>
              <a:gd name="connsiteX1549" fmla="*/ 4175658 w 7678059"/>
              <a:gd name="connsiteY1549" fmla="*/ 3276658 h 6858000"/>
              <a:gd name="connsiteX1550" fmla="*/ 4175581 w 7678059"/>
              <a:gd name="connsiteY1550" fmla="*/ 3276762 h 6858000"/>
              <a:gd name="connsiteX1551" fmla="*/ 4163095 w 7678059"/>
              <a:gd name="connsiteY1551" fmla="*/ 3287433 h 6858000"/>
              <a:gd name="connsiteX1552" fmla="*/ 4182283 w 7678059"/>
              <a:gd name="connsiteY1552" fmla="*/ 3347420 h 6858000"/>
              <a:gd name="connsiteX1553" fmla="*/ 4202643 w 7678059"/>
              <a:gd name="connsiteY1553" fmla="*/ 3410531 h 6858000"/>
              <a:gd name="connsiteX1554" fmla="*/ 4220607 w 7678059"/>
              <a:gd name="connsiteY1554" fmla="*/ 3465621 h 6858000"/>
              <a:gd name="connsiteX1555" fmla="*/ 4221874 w 7678059"/>
              <a:gd name="connsiteY1555" fmla="*/ 3447170 h 6858000"/>
              <a:gd name="connsiteX1556" fmla="*/ 4252837 w 7678059"/>
              <a:gd name="connsiteY1556" fmla="*/ 3540124 h 6858000"/>
              <a:gd name="connsiteX1557" fmla="*/ 4271142 w 7678059"/>
              <a:gd name="connsiteY1557" fmla="*/ 3671841 h 6858000"/>
              <a:gd name="connsiteX1558" fmla="*/ 4279288 w 7678059"/>
              <a:gd name="connsiteY1558" fmla="*/ 3883212 h 6858000"/>
              <a:gd name="connsiteX1559" fmla="*/ 4267310 w 7678059"/>
              <a:gd name="connsiteY1559" fmla="*/ 3845008 h 6858000"/>
              <a:gd name="connsiteX1560" fmla="*/ 4251622 w 7678059"/>
              <a:gd name="connsiteY1560" fmla="*/ 3810037 h 6858000"/>
              <a:gd name="connsiteX1561" fmla="*/ 4262280 w 7678059"/>
              <a:gd name="connsiteY1561" fmla="*/ 3746447 h 6858000"/>
              <a:gd name="connsiteX1562" fmla="*/ 4252579 w 7678059"/>
              <a:gd name="connsiteY1562" fmla="*/ 3674595 h 6858000"/>
              <a:gd name="connsiteX1563" fmla="*/ 4204677 w 7678059"/>
              <a:gd name="connsiteY1563" fmla="*/ 3514238 h 6858000"/>
              <a:gd name="connsiteX1564" fmla="*/ 4190429 w 7678059"/>
              <a:gd name="connsiteY1564" fmla="*/ 3557351 h 6858000"/>
              <a:gd name="connsiteX1565" fmla="*/ 4191984 w 7678059"/>
              <a:gd name="connsiteY1565" fmla="*/ 3617229 h 6858000"/>
              <a:gd name="connsiteX1566" fmla="*/ 4203958 w 7678059"/>
              <a:gd name="connsiteY1566" fmla="*/ 3571841 h 6858000"/>
              <a:gd name="connsiteX1567" fmla="*/ 4211504 w 7678059"/>
              <a:gd name="connsiteY1567" fmla="*/ 3627767 h 6858000"/>
              <a:gd name="connsiteX1568" fmla="*/ 4207789 w 7678059"/>
              <a:gd name="connsiteY1568" fmla="*/ 3716626 h 6858000"/>
              <a:gd name="connsiteX1569" fmla="*/ 4184800 w 7678059"/>
              <a:gd name="connsiteY1569" fmla="*/ 3661299 h 6858000"/>
              <a:gd name="connsiteX1570" fmla="*/ 4185757 w 7678059"/>
              <a:gd name="connsiteY1570" fmla="*/ 3767045 h 6858000"/>
              <a:gd name="connsiteX1571" fmla="*/ 4213659 w 7678059"/>
              <a:gd name="connsiteY1571" fmla="*/ 3862852 h 6858000"/>
              <a:gd name="connsiteX1572" fmla="*/ 4200005 w 7678059"/>
              <a:gd name="connsiteY1572" fmla="*/ 3863692 h 6858000"/>
              <a:gd name="connsiteX1573" fmla="*/ 4195338 w 7678059"/>
              <a:gd name="connsiteY1573" fmla="*/ 3901654 h 6858000"/>
              <a:gd name="connsiteX1574" fmla="*/ 4183360 w 7678059"/>
              <a:gd name="connsiteY1574" fmla="*/ 3995302 h 6858000"/>
              <a:gd name="connsiteX1575" fmla="*/ 4166116 w 7678059"/>
              <a:gd name="connsiteY1575" fmla="*/ 4011111 h 6858000"/>
              <a:gd name="connsiteX1576" fmla="*/ 4158569 w 7678059"/>
              <a:gd name="connsiteY1576" fmla="*/ 4094104 h 6858000"/>
              <a:gd name="connsiteX1577" fmla="*/ 4074740 w 7678059"/>
              <a:gd name="connsiteY1577" fmla="*/ 4265237 h 6858000"/>
              <a:gd name="connsiteX1578" fmla="*/ 3976541 w 7678059"/>
              <a:gd name="connsiteY1578" fmla="*/ 4417685 h 6858000"/>
              <a:gd name="connsiteX1579" fmla="*/ 4022287 w 7678059"/>
              <a:gd name="connsiteY1579" fmla="*/ 4417086 h 6858000"/>
              <a:gd name="connsiteX1580" fmla="*/ 4013546 w 7678059"/>
              <a:gd name="connsiteY1580" fmla="*/ 4443433 h 6858000"/>
              <a:gd name="connsiteX1581" fmla="*/ 3987557 w 7678059"/>
              <a:gd name="connsiteY1581" fmla="*/ 4476129 h 6858000"/>
              <a:gd name="connsiteX1582" fmla="*/ 3911990 w 7678059"/>
              <a:gd name="connsiteY1582" fmla="*/ 4509062 h 6858000"/>
              <a:gd name="connsiteX1583" fmla="*/ 3897500 w 7678059"/>
              <a:gd name="connsiteY1583" fmla="*/ 4542830 h 6858000"/>
              <a:gd name="connsiteX1584" fmla="*/ 3806007 w 7678059"/>
              <a:gd name="connsiteY1584" fmla="*/ 4627742 h 6858000"/>
              <a:gd name="connsiteX1585" fmla="*/ 3857981 w 7678059"/>
              <a:gd name="connsiteY1585" fmla="*/ 4587503 h 6858000"/>
              <a:gd name="connsiteX1586" fmla="*/ 3905883 w 7678059"/>
              <a:gd name="connsiteY1586" fmla="*/ 4559838 h 6858000"/>
              <a:gd name="connsiteX1587" fmla="*/ 3851275 w 7678059"/>
              <a:gd name="connsiteY1587" fmla="*/ 4605226 h 6858000"/>
              <a:gd name="connsiteX1588" fmla="*/ 3911869 w 7678059"/>
              <a:gd name="connsiteY1588" fmla="*/ 4607023 h 6858000"/>
              <a:gd name="connsiteX1589" fmla="*/ 3850797 w 7678059"/>
              <a:gd name="connsiteY1589" fmla="*/ 4648580 h 6858000"/>
              <a:gd name="connsiteX1590" fmla="*/ 3766963 w 7678059"/>
              <a:gd name="connsiteY1590" fmla="*/ 4701391 h 6858000"/>
              <a:gd name="connsiteX1591" fmla="*/ 3788280 w 7678059"/>
              <a:gd name="connsiteY1591" fmla="*/ 4673246 h 6858000"/>
              <a:gd name="connsiteX1592" fmla="*/ 3748163 w 7678059"/>
              <a:gd name="connsiteY1592" fmla="*/ 4668936 h 6858000"/>
              <a:gd name="connsiteX1593" fmla="*/ 3673195 w 7678059"/>
              <a:gd name="connsiteY1593" fmla="*/ 4757916 h 6858000"/>
              <a:gd name="connsiteX1594" fmla="*/ 3558709 w 7678059"/>
              <a:gd name="connsiteY1594" fmla="*/ 4815162 h 6858000"/>
              <a:gd name="connsiteX1595" fmla="*/ 3530444 w 7678059"/>
              <a:gd name="connsiteY1595" fmla="*/ 4836837 h 6858000"/>
              <a:gd name="connsiteX1596" fmla="*/ 3502661 w 7678059"/>
              <a:gd name="connsiteY1596" fmla="*/ 4859710 h 6858000"/>
              <a:gd name="connsiteX1597" fmla="*/ 3473324 w 7678059"/>
              <a:gd name="connsiteY1597" fmla="*/ 4888091 h 6858000"/>
              <a:gd name="connsiteX1598" fmla="*/ 3464100 w 7678059"/>
              <a:gd name="connsiteY1598" fmla="*/ 4867373 h 6858000"/>
              <a:gd name="connsiteX1599" fmla="*/ 3402187 w 7678059"/>
              <a:gd name="connsiteY1599" fmla="*/ 4931204 h 6858000"/>
              <a:gd name="connsiteX1600" fmla="*/ 3332369 w 7678059"/>
              <a:gd name="connsiteY1600" fmla="*/ 5010960 h 6858000"/>
              <a:gd name="connsiteX1601" fmla="*/ 3266263 w 7678059"/>
              <a:gd name="connsiteY1601" fmla="*/ 5046888 h 6858000"/>
              <a:gd name="connsiteX1602" fmla="*/ 3209858 w 7678059"/>
              <a:gd name="connsiteY1602" fmla="*/ 5100780 h 6858000"/>
              <a:gd name="connsiteX1603" fmla="*/ 3238959 w 7678059"/>
              <a:gd name="connsiteY1603" fmla="*/ 5081739 h 6858000"/>
              <a:gd name="connsiteX1604" fmla="*/ 3230335 w 7678059"/>
              <a:gd name="connsiteY1604" fmla="*/ 5121736 h 6858000"/>
              <a:gd name="connsiteX1605" fmla="*/ 3181356 w 7678059"/>
              <a:gd name="connsiteY1605" fmla="*/ 5161379 h 6858000"/>
              <a:gd name="connsiteX1606" fmla="*/ 3130938 w 7678059"/>
              <a:gd name="connsiteY1606" fmla="*/ 5234308 h 6858000"/>
              <a:gd name="connsiteX1607" fmla="*/ 3187463 w 7678059"/>
              <a:gd name="connsiteY1607" fmla="*/ 5197303 h 6858000"/>
              <a:gd name="connsiteX1608" fmla="*/ 3188062 w 7678059"/>
              <a:gd name="connsiteY1608" fmla="*/ 5228322 h 6858000"/>
              <a:gd name="connsiteX1609" fmla="*/ 3146863 w 7678059"/>
              <a:gd name="connsiteY1609" fmla="*/ 5260056 h 6858000"/>
              <a:gd name="connsiteX1610" fmla="*/ 3105668 w 7678059"/>
              <a:gd name="connsiteY1610" fmla="*/ 5281494 h 6858000"/>
              <a:gd name="connsiteX1611" fmla="*/ 3131058 w 7678059"/>
              <a:gd name="connsiteY1611" fmla="*/ 5244730 h 6858000"/>
              <a:gd name="connsiteX1612" fmla="*/ 3080161 w 7678059"/>
              <a:gd name="connsiteY1612" fmla="*/ 5318138 h 6858000"/>
              <a:gd name="connsiteX1613" fmla="*/ 3080161 w 7678059"/>
              <a:gd name="connsiteY1613" fmla="*/ 5287002 h 6858000"/>
              <a:gd name="connsiteX1614" fmla="*/ 3044233 w 7678059"/>
              <a:gd name="connsiteY1614" fmla="*/ 5303169 h 6858000"/>
              <a:gd name="connsiteX1615" fmla="*/ 3014175 w 7678059"/>
              <a:gd name="connsiteY1615" fmla="*/ 5376340 h 6858000"/>
              <a:gd name="connsiteX1616" fmla="*/ 3039324 w 7678059"/>
              <a:gd name="connsiteY1616" fmla="*/ 5318857 h 6858000"/>
              <a:gd name="connsiteX1617" fmla="*/ 2967468 w 7678059"/>
              <a:gd name="connsiteY1617" fmla="*/ 5351070 h 6858000"/>
              <a:gd name="connsiteX1618" fmla="*/ 2993458 w 7678059"/>
              <a:gd name="connsiteY1618" fmla="*/ 5355863 h 6858000"/>
              <a:gd name="connsiteX1619" fmla="*/ 2936811 w 7678059"/>
              <a:gd name="connsiteY1619" fmla="*/ 5393106 h 6858000"/>
              <a:gd name="connsiteX1620" fmla="*/ 2988428 w 7678059"/>
              <a:gd name="connsiteY1620" fmla="*/ 5371551 h 6858000"/>
              <a:gd name="connsiteX1621" fmla="*/ 2891302 w 7678059"/>
              <a:gd name="connsiteY1621" fmla="*/ 5482085 h 6858000"/>
              <a:gd name="connsiteX1622" fmla="*/ 2742444 w 7678059"/>
              <a:gd name="connsiteY1622" fmla="*/ 5613820 h 6858000"/>
              <a:gd name="connsiteX1623" fmla="*/ 2711308 w 7678059"/>
              <a:gd name="connsiteY1623" fmla="*/ 5614419 h 6858000"/>
              <a:gd name="connsiteX1624" fmla="*/ 2583887 w 7678059"/>
              <a:gd name="connsiteY1624" fmla="*/ 5787707 h 6858000"/>
              <a:gd name="connsiteX1625" fmla="*/ 2598856 w 7678059"/>
              <a:gd name="connsiteY1625" fmla="*/ 5751059 h 6858000"/>
              <a:gd name="connsiteX1626" fmla="*/ 2553110 w 7678059"/>
              <a:gd name="connsiteY1626" fmla="*/ 5819321 h 6858000"/>
              <a:gd name="connsiteX1627" fmla="*/ 2557898 w 7678059"/>
              <a:gd name="connsiteY1627" fmla="*/ 5793215 h 6858000"/>
              <a:gd name="connsiteX1628" fmla="*/ 2317427 w 7678059"/>
              <a:gd name="connsiteY1628" fmla="*/ 6051410 h 6858000"/>
              <a:gd name="connsiteX1629" fmla="*/ 2265931 w 7678059"/>
              <a:gd name="connsiteY1629" fmla="*/ 6083265 h 6858000"/>
              <a:gd name="connsiteX1630" fmla="*/ 2276710 w 7678059"/>
              <a:gd name="connsiteY1630" fmla="*/ 6114284 h 6858000"/>
              <a:gd name="connsiteX1631" fmla="*/ 2214793 w 7678059"/>
              <a:gd name="connsiteY1631" fmla="*/ 6146376 h 6858000"/>
              <a:gd name="connsiteX1632" fmla="*/ 2164137 w 7678059"/>
              <a:gd name="connsiteY1632" fmla="*/ 6240748 h 6858000"/>
              <a:gd name="connsiteX1633" fmla="*/ 2056357 w 7678059"/>
              <a:gd name="connsiteY1633" fmla="*/ 6299428 h 6858000"/>
              <a:gd name="connsiteX1634" fmla="*/ 2107491 w 7678059"/>
              <a:gd name="connsiteY1634" fmla="*/ 6236317 h 6858000"/>
              <a:gd name="connsiteX1635" fmla="*/ 1984023 w 7678059"/>
              <a:gd name="connsiteY1635" fmla="*/ 6332119 h 6858000"/>
              <a:gd name="connsiteX1636" fmla="*/ 1948095 w 7678059"/>
              <a:gd name="connsiteY1636" fmla="*/ 6369004 h 6858000"/>
              <a:gd name="connsiteX1637" fmla="*/ 1892530 w 7678059"/>
              <a:gd name="connsiteY1637" fmla="*/ 6478944 h 6858000"/>
              <a:gd name="connsiteX1638" fmla="*/ 1964382 w 7678059"/>
              <a:gd name="connsiteY1638" fmla="*/ 6395114 h 6858000"/>
              <a:gd name="connsiteX1639" fmla="*/ 2026778 w 7678059"/>
              <a:gd name="connsiteY1639" fmla="*/ 6394274 h 6858000"/>
              <a:gd name="connsiteX1640" fmla="*/ 2006896 w 7678059"/>
              <a:gd name="connsiteY1640" fmla="*/ 6456907 h 6858000"/>
              <a:gd name="connsiteX1641" fmla="*/ 1924622 w 7678059"/>
              <a:gd name="connsiteY1641" fmla="*/ 6520496 h 6858000"/>
              <a:gd name="connsiteX1642" fmla="*/ 1894086 w 7678059"/>
              <a:gd name="connsiteY1642" fmla="*/ 6562411 h 6858000"/>
              <a:gd name="connsiteX1643" fmla="*/ 1930014 w 7678059"/>
              <a:gd name="connsiteY1643" fmla="*/ 6567083 h 6858000"/>
              <a:gd name="connsiteX1644" fmla="*/ 1888936 w 7678059"/>
              <a:gd name="connsiteY1644" fmla="*/ 6598938 h 6858000"/>
              <a:gd name="connsiteX1645" fmla="*/ 1898995 w 7678059"/>
              <a:gd name="connsiteY1645" fmla="*/ 6577983 h 6858000"/>
              <a:gd name="connsiteX1646" fmla="*/ 1827143 w 7678059"/>
              <a:gd name="connsiteY1646" fmla="*/ 6620613 h 6858000"/>
              <a:gd name="connsiteX1647" fmla="*/ 1787022 w 7678059"/>
              <a:gd name="connsiteY1647" fmla="*/ 6725160 h 6858000"/>
              <a:gd name="connsiteX1648" fmla="*/ 1740797 w 7678059"/>
              <a:gd name="connsiteY1648" fmla="*/ 6762166 h 6858000"/>
              <a:gd name="connsiteX1649" fmla="*/ 1760916 w 7678059"/>
              <a:gd name="connsiteY1649" fmla="*/ 6720372 h 6858000"/>
              <a:gd name="connsiteX1650" fmla="*/ 1741038 w 7678059"/>
              <a:gd name="connsiteY1650" fmla="*/ 6783005 h 6858000"/>
              <a:gd name="connsiteX1651" fmla="*/ 1667747 w 7678059"/>
              <a:gd name="connsiteY1651" fmla="*/ 6742405 h 6858000"/>
              <a:gd name="connsiteX1652" fmla="*/ 1667747 w 7678059"/>
              <a:gd name="connsiteY1652" fmla="*/ 6763244 h 6858000"/>
              <a:gd name="connsiteX1653" fmla="*/ 1709661 w 7678059"/>
              <a:gd name="connsiteY1653" fmla="*/ 6783363 h 6858000"/>
              <a:gd name="connsiteX1654" fmla="*/ 1646787 w 7678059"/>
              <a:gd name="connsiteY1654" fmla="*/ 6753184 h 6858000"/>
              <a:gd name="connsiteX1655" fmla="*/ 1600563 w 7678059"/>
              <a:gd name="connsiteY1655" fmla="*/ 6790190 h 6858000"/>
              <a:gd name="connsiteX1656" fmla="*/ 1605592 w 7678059"/>
              <a:gd name="connsiteY1656" fmla="*/ 6774501 h 6858000"/>
              <a:gd name="connsiteX1657" fmla="*/ 1564393 w 7678059"/>
              <a:gd name="connsiteY1657" fmla="*/ 6806236 h 6858000"/>
              <a:gd name="connsiteX1658" fmla="*/ 1528469 w 7678059"/>
              <a:gd name="connsiteY1658" fmla="*/ 6791146 h 6858000"/>
              <a:gd name="connsiteX1659" fmla="*/ 1497808 w 7678059"/>
              <a:gd name="connsiteY1659" fmla="*/ 6833182 h 6858000"/>
              <a:gd name="connsiteX1660" fmla="*/ 1478741 w 7678059"/>
              <a:gd name="connsiteY1660" fmla="*/ 6821622 h 6858000"/>
              <a:gd name="connsiteX1661" fmla="*/ 1460445 w 7678059"/>
              <a:gd name="connsiteY1661" fmla="*/ 6837617 h 6858000"/>
              <a:gd name="connsiteX1662" fmla="*/ 1467711 w 7678059"/>
              <a:gd name="connsiteY1662" fmla="*/ 6814938 h 6858000"/>
              <a:gd name="connsiteX1663" fmla="*/ 1462078 w 7678059"/>
              <a:gd name="connsiteY1663" fmla="*/ 6811524 h 6858000"/>
              <a:gd name="connsiteX1664" fmla="*/ 1445118 w 7678059"/>
              <a:gd name="connsiteY1664" fmla="*/ 6782048 h 6858000"/>
              <a:gd name="connsiteX1665" fmla="*/ 1492421 w 7678059"/>
              <a:gd name="connsiteY1665" fmla="*/ 6817972 h 6858000"/>
              <a:gd name="connsiteX1666" fmla="*/ 1491464 w 7678059"/>
              <a:gd name="connsiteY1666" fmla="*/ 6755580 h 6858000"/>
              <a:gd name="connsiteX1667" fmla="*/ 1502480 w 7678059"/>
              <a:gd name="connsiteY1667" fmla="*/ 6797017 h 6858000"/>
              <a:gd name="connsiteX1668" fmla="*/ 1671815 w 7678059"/>
              <a:gd name="connsiteY1668" fmla="*/ 6643848 h 6858000"/>
              <a:gd name="connsiteX1669" fmla="*/ 1506790 w 7678059"/>
              <a:gd name="connsiteY1669" fmla="*/ 6729475 h 6858000"/>
              <a:gd name="connsiteX1670" fmla="*/ 1552898 w 7678059"/>
              <a:gd name="connsiteY1670" fmla="*/ 6681574 h 6858000"/>
              <a:gd name="connsiteX1671" fmla="*/ 1573017 w 7678059"/>
              <a:gd name="connsiteY1671" fmla="*/ 6639775 h 6858000"/>
              <a:gd name="connsiteX1672" fmla="*/ 1465237 w 7678059"/>
              <a:gd name="connsiteY1672" fmla="*/ 6760851 h 6858000"/>
              <a:gd name="connsiteX1673" fmla="*/ 1475056 w 7678059"/>
              <a:gd name="connsiteY1673" fmla="*/ 6729475 h 6858000"/>
              <a:gd name="connsiteX1674" fmla="*/ 1439128 w 7678059"/>
              <a:gd name="connsiteY1674" fmla="*/ 6745521 h 6858000"/>
              <a:gd name="connsiteX1675" fmla="*/ 1433740 w 7678059"/>
              <a:gd name="connsiteY1675" fmla="*/ 6730074 h 6858000"/>
              <a:gd name="connsiteX1676" fmla="*/ 1515414 w 7678059"/>
              <a:gd name="connsiteY1676" fmla="*/ 6625048 h 6858000"/>
              <a:gd name="connsiteX1677" fmla="*/ 1453618 w 7678059"/>
              <a:gd name="connsiteY1677" fmla="*/ 6667441 h 6858000"/>
              <a:gd name="connsiteX1678" fmla="*/ 1396497 w 7678059"/>
              <a:gd name="connsiteY1678" fmla="*/ 6673428 h 6858000"/>
              <a:gd name="connsiteX1679" fmla="*/ 1431822 w 7678059"/>
              <a:gd name="connsiteY1679" fmla="*/ 6594986 h 6858000"/>
              <a:gd name="connsiteX1680" fmla="*/ 1405716 w 7678059"/>
              <a:gd name="connsiteY1680" fmla="*/ 6579780 h 6858000"/>
              <a:gd name="connsiteX1681" fmla="*/ 1390507 w 7678059"/>
              <a:gd name="connsiteY1681" fmla="*/ 6616424 h 6858000"/>
              <a:gd name="connsiteX1682" fmla="*/ 1382990 w 7678059"/>
              <a:gd name="connsiteY1682" fmla="*/ 6620316 h 6858000"/>
              <a:gd name="connsiteX1683" fmla="*/ 1384563 w 7678059"/>
              <a:gd name="connsiteY1683" fmla="*/ 6625156 h 6858000"/>
              <a:gd name="connsiteX1684" fmla="*/ 1373025 w 7678059"/>
              <a:gd name="connsiteY1684" fmla="*/ 6634392 h 6858000"/>
              <a:gd name="connsiteX1685" fmla="*/ 1366461 w 7678059"/>
              <a:gd name="connsiteY1685" fmla="*/ 6628867 h 6858000"/>
              <a:gd name="connsiteX1686" fmla="*/ 1349312 w 7678059"/>
              <a:gd name="connsiteY1686" fmla="*/ 6637741 h 6858000"/>
              <a:gd name="connsiteX1687" fmla="*/ 1337037 w 7678059"/>
              <a:gd name="connsiteY1687" fmla="*/ 6622337 h 6858000"/>
              <a:gd name="connsiteX1688" fmla="*/ 1332059 w 7678059"/>
              <a:gd name="connsiteY1688" fmla="*/ 6613807 h 6858000"/>
              <a:gd name="connsiteX1689" fmla="*/ 1318556 w 7678059"/>
              <a:gd name="connsiteY1689" fmla="*/ 6599386 h 6858000"/>
              <a:gd name="connsiteX1690" fmla="*/ 1310810 w 7678059"/>
              <a:gd name="connsiteY1690" fmla="*/ 6635120 h 6858000"/>
              <a:gd name="connsiteX1691" fmla="*/ 1311845 w 7678059"/>
              <a:gd name="connsiteY1691" fmla="*/ 6640508 h 6858000"/>
              <a:gd name="connsiteX1692" fmla="*/ 1322965 w 7678059"/>
              <a:gd name="connsiteY1692" fmla="*/ 6652947 h 6858000"/>
              <a:gd name="connsiteX1693" fmla="*/ 1321327 w 7678059"/>
              <a:gd name="connsiteY1693" fmla="*/ 6653800 h 6858000"/>
              <a:gd name="connsiteX1694" fmla="*/ 1325417 w 7678059"/>
              <a:gd name="connsiteY1694" fmla="*/ 6655770 h 6858000"/>
              <a:gd name="connsiteX1695" fmla="*/ 1335541 w 7678059"/>
              <a:gd name="connsiteY1695" fmla="*/ 6643012 h 6858000"/>
              <a:gd name="connsiteX1696" fmla="*/ 1335778 w 7678059"/>
              <a:gd name="connsiteY1696" fmla="*/ 6643012 h 6858000"/>
              <a:gd name="connsiteX1697" fmla="*/ 1334748 w 7678059"/>
              <a:gd name="connsiteY1697" fmla="*/ 6653265 h 6858000"/>
              <a:gd name="connsiteX1698" fmla="*/ 1334321 w 7678059"/>
              <a:gd name="connsiteY1698" fmla="*/ 6660054 h 6858000"/>
              <a:gd name="connsiteX1699" fmla="*/ 1338683 w 7678059"/>
              <a:gd name="connsiteY1699" fmla="*/ 6662157 h 6858000"/>
              <a:gd name="connsiteX1700" fmla="*/ 1350389 w 7678059"/>
              <a:gd name="connsiteY1700" fmla="*/ 6671751 h 6858000"/>
              <a:gd name="connsiteX1701" fmla="*/ 1334464 w 7678059"/>
              <a:gd name="connsiteY1701" fmla="*/ 6674027 h 6858000"/>
              <a:gd name="connsiteX1702" fmla="*/ 1321318 w 7678059"/>
              <a:gd name="connsiteY1702" fmla="*/ 6667993 h 6858000"/>
              <a:gd name="connsiteX1703" fmla="*/ 1325581 w 7678059"/>
              <a:gd name="connsiteY1703" fmla="*/ 6664584 h 6858000"/>
              <a:gd name="connsiteX1704" fmla="*/ 1321245 w 7678059"/>
              <a:gd name="connsiteY1704" fmla="*/ 6661036 h 6858000"/>
              <a:gd name="connsiteX1705" fmla="*/ 1323516 w 7678059"/>
              <a:gd name="connsiteY1705" fmla="*/ 6658166 h 6858000"/>
              <a:gd name="connsiteX1706" fmla="*/ 1320038 w 7678059"/>
              <a:gd name="connsiteY1706" fmla="*/ 6654472 h 6858000"/>
              <a:gd name="connsiteX1707" fmla="*/ 1315034 w 7678059"/>
              <a:gd name="connsiteY1707" fmla="*/ 6657076 h 6858000"/>
              <a:gd name="connsiteX1708" fmla="*/ 1316728 w 7678059"/>
              <a:gd name="connsiteY1708" fmla="*/ 6665889 h 6858000"/>
              <a:gd name="connsiteX1709" fmla="*/ 1321318 w 7678059"/>
              <a:gd name="connsiteY1709" fmla="*/ 6667993 h 6858000"/>
              <a:gd name="connsiteX1710" fmla="*/ 1320810 w 7678059"/>
              <a:gd name="connsiteY1710" fmla="*/ 6668398 h 6858000"/>
              <a:gd name="connsiteX1711" fmla="*/ 1321051 w 7678059"/>
              <a:gd name="connsiteY1711" fmla="*/ 6667919 h 6858000"/>
              <a:gd name="connsiteX1712" fmla="*/ 1316732 w 7678059"/>
              <a:gd name="connsiteY1712" fmla="*/ 6665911 h 6858000"/>
              <a:gd name="connsiteX1713" fmla="*/ 1321120 w 7678059"/>
              <a:gd name="connsiteY1713" fmla="*/ 6688728 h 6858000"/>
              <a:gd name="connsiteX1714" fmla="*/ 1322848 w 7678059"/>
              <a:gd name="connsiteY1714" fmla="*/ 6683728 h 6858000"/>
              <a:gd name="connsiteX1715" fmla="*/ 1342605 w 7678059"/>
              <a:gd name="connsiteY1715" fmla="*/ 6694503 h 6858000"/>
              <a:gd name="connsiteX1716" fmla="*/ 1332309 w 7678059"/>
              <a:gd name="connsiteY1716" fmla="*/ 6703606 h 6858000"/>
              <a:gd name="connsiteX1717" fmla="*/ 1323413 w 7678059"/>
              <a:gd name="connsiteY1717" fmla="*/ 6700650 h 6858000"/>
              <a:gd name="connsiteX1718" fmla="*/ 1324283 w 7678059"/>
              <a:gd name="connsiteY1718" fmla="*/ 6705166 h 6858000"/>
              <a:gd name="connsiteX1719" fmla="*/ 1316961 w 7678059"/>
              <a:gd name="connsiteY1719" fmla="*/ 6713592 h 6858000"/>
              <a:gd name="connsiteX1720" fmla="*/ 1315672 w 7678059"/>
              <a:gd name="connsiteY1720" fmla="*/ 6715769 h 6858000"/>
              <a:gd name="connsiteX1721" fmla="*/ 1319853 w 7678059"/>
              <a:gd name="connsiteY1721" fmla="*/ 6720014 h 6858000"/>
              <a:gd name="connsiteX1722" fmla="*/ 1314784 w 7678059"/>
              <a:gd name="connsiteY1722" fmla="*/ 6717265 h 6858000"/>
              <a:gd name="connsiteX1723" fmla="*/ 1307755 w 7678059"/>
              <a:gd name="connsiteY1723" fmla="*/ 6729117 h 6858000"/>
              <a:gd name="connsiteX1724" fmla="*/ 1336619 w 7678059"/>
              <a:gd name="connsiteY1724" fmla="*/ 6737621 h 6858000"/>
              <a:gd name="connsiteX1725" fmla="*/ 1312664 w 7678059"/>
              <a:gd name="connsiteY1725" fmla="*/ 6764084 h 6858000"/>
              <a:gd name="connsiteX1726" fmla="*/ 1338653 w 7678059"/>
              <a:gd name="connsiteY1726" fmla="*/ 6809951 h 6858000"/>
              <a:gd name="connsiteX1727" fmla="*/ 1298294 w 7678059"/>
              <a:gd name="connsiteY1727" fmla="*/ 6857137 h 6858000"/>
              <a:gd name="connsiteX1728" fmla="*/ 1293627 w 7678059"/>
              <a:gd name="connsiteY1728" fmla="*/ 6822286 h 6858000"/>
              <a:gd name="connsiteX1729" fmla="*/ 1281994 w 7678059"/>
              <a:gd name="connsiteY1729" fmla="*/ 6853439 h 6858000"/>
              <a:gd name="connsiteX1730" fmla="*/ 1293627 w 7678059"/>
              <a:gd name="connsiteY1730" fmla="*/ 6845039 h 6858000"/>
              <a:gd name="connsiteX1731" fmla="*/ 1293385 w 7678059"/>
              <a:gd name="connsiteY1731" fmla="*/ 6845517 h 6858000"/>
              <a:gd name="connsiteX1732" fmla="*/ 1289062 w 7678059"/>
              <a:gd name="connsiteY1732" fmla="*/ 6857270 h 6858000"/>
              <a:gd name="connsiteX1733" fmla="*/ 1282964 w 7678059"/>
              <a:gd name="connsiteY1733" fmla="*/ 6858000 h 6858000"/>
              <a:gd name="connsiteX1734" fmla="*/ 55887 w 7678059"/>
              <a:gd name="connsiteY1734" fmla="*/ 6858000 h 6858000"/>
              <a:gd name="connsiteX1735" fmla="*/ 47218 w 7678059"/>
              <a:gd name="connsiteY1735" fmla="*/ 6858000 h 6858000"/>
              <a:gd name="connsiteX1736" fmla="*/ 23553 w 7678059"/>
              <a:gd name="connsiteY1736" fmla="*/ 6858000 h 6858000"/>
              <a:gd name="connsiteX1737" fmla="*/ 10546 w 7678059"/>
              <a:gd name="connsiteY1737" fmla="*/ 6858000 h 6858000"/>
              <a:gd name="connsiteX1738" fmla="*/ 0 w 7678059"/>
              <a:gd name="connsiteY1738" fmla="*/ 6858000 h 6858000"/>
              <a:gd name="connsiteX1739" fmla="*/ 0 w 7678059"/>
              <a:gd name="connsiteY1739" fmla="*/ 6609997 h 6858000"/>
              <a:gd name="connsiteX1740" fmla="*/ 1 w 7678059"/>
              <a:gd name="connsiteY1740" fmla="*/ 6609995 h 6858000"/>
              <a:gd name="connsiteX1741" fmla="*/ 1 w 7678059"/>
              <a:gd name="connsiteY1741" fmla="*/ 6337767 h 6858000"/>
              <a:gd name="connsiteX1742" fmla="*/ 0 w 7678059"/>
              <a:gd name="connsiteY1742" fmla="*/ 6337766 h 6858000"/>
              <a:gd name="connsiteX1743" fmla="*/ 0 w 7678059"/>
              <a:gd name="connsiteY1743" fmla="*/ 6286237 h 6858000"/>
              <a:gd name="connsiteX1744" fmla="*/ 1 w 7678059"/>
              <a:gd name="connsiteY1744" fmla="*/ 6286238 h 6858000"/>
              <a:gd name="connsiteX1745" fmla="*/ 1 w 7678059"/>
              <a:gd name="connsiteY1745" fmla="*/ 5006266 h 6858000"/>
              <a:gd name="connsiteX1746" fmla="*/ 0 w 7678059"/>
              <a:gd name="connsiteY1746" fmla="*/ 5006266 h 6858000"/>
              <a:gd name="connsiteX1747" fmla="*/ 0 w 7678059"/>
              <a:gd name="connsiteY1747" fmla="*/ 4991191 h 6858000"/>
              <a:gd name="connsiteX1748" fmla="*/ 1 w 7678059"/>
              <a:gd name="connsiteY1748" fmla="*/ 4991197 h 6858000"/>
              <a:gd name="connsiteX1749" fmla="*/ 1 w 7678059"/>
              <a:gd name="connsiteY1749" fmla="*/ 3417327 h 6858000"/>
              <a:gd name="connsiteX1750" fmla="*/ 0 w 7678059"/>
              <a:gd name="connsiteY1750" fmla="*/ 3417326 h 6858000"/>
              <a:gd name="connsiteX1751" fmla="*/ 0 w 7678059"/>
              <a:gd name="connsiteY1751" fmla="*/ 3386587 h 6858000"/>
              <a:gd name="connsiteX1752" fmla="*/ 1 w 7678059"/>
              <a:gd name="connsiteY1752" fmla="*/ 33865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</a:cxnLst>
            <a:rect l="l" t="t" r="r" b="b"/>
            <a:pathLst>
              <a:path w="7678059" h="6858000">
                <a:moveTo>
                  <a:pt x="1327874" y="6846357"/>
                </a:moveTo>
                <a:cubicBezTo>
                  <a:pt x="1334343" y="6848754"/>
                  <a:pt x="1338054" y="6856059"/>
                  <a:pt x="1342006" y="6850672"/>
                </a:cubicBezTo>
                <a:lnTo>
                  <a:pt x="1342248" y="6850551"/>
                </a:lnTo>
                <a:cubicBezTo>
                  <a:pt x="1350271" y="6850911"/>
                  <a:pt x="1350899" y="6853756"/>
                  <a:pt x="1349971" y="6857109"/>
                </a:cubicBezTo>
                <a:lnTo>
                  <a:pt x="1349821" y="6858000"/>
                </a:lnTo>
                <a:lnTo>
                  <a:pt x="1337234" y="6858000"/>
                </a:lnTo>
                <a:lnTo>
                  <a:pt x="1330211" y="6854712"/>
                </a:lnTo>
                <a:cubicBezTo>
                  <a:pt x="1325990" y="6853095"/>
                  <a:pt x="1323265" y="6850969"/>
                  <a:pt x="1327874" y="6846357"/>
                </a:cubicBezTo>
                <a:close/>
                <a:moveTo>
                  <a:pt x="1350273" y="6807076"/>
                </a:moveTo>
                <a:cubicBezTo>
                  <a:pt x="1365362" y="6812106"/>
                  <a:pt x="1347036" y="6829712"/>
                  <a:pt x="1348475" y="6840009"/>
                </a:cubicBezTo>
                <a:lnTo>
                  <a:pt x="1348475" y="6840729"/>
                </a:lnTo>
                <a:cubicBezTo>
                  <a:pt x="1322366" y="6825881"/>
                  <a:pt x="1356617" y="6822165"/>
                  <a:pt x="1350273" y="6807076"/>
                </a:cubicBezTo>
                <a:close/>
                <a:moveTo>
                  <a:pt x="1407393" y="6745279"/>
                </a:moveTo>
                <a:cubicBezTo>
                  <a:pt x="1402363" y="6771385"/>
                  <a:pt x="1352785" y="6788634"/>
                  <a:pt x="1330149" y="6793181"/>
                </a:cubicBezTo>
                <a:cubicBezTo>
                  <a:pt x="1335179" y="6767916"/>
                  <a:pt x="1384998" y="6758572"/>
                  <a:pt x="1407393" y="6745279"/>
                </a:cubicBezTo>
                <a:close/>
                <a:moveTo>
                  <a:pt x="1717803" y="6647318"/>
                </a:moveTo>
                <a:cubicBezTo>
                  <a:pt x="1696969" y="6659295"/>
                  <a:pt x="1702955" y="6671273"/>
                  <a:pt x="1702834" y="6683246"/>
                </a:cubicBezTo>
                <a:cubicBezTo>
                  <a:pt x="1688823" y="6660614"/>
                  <a:pt x="1676729" y="6691749"/>
                  <a:pt x="1687387" y="6699176"/>
                </a:cubicBezTo>
                <a:cubicBezTo>
                  <a:pt x="1703912" y="6691030"/>
                  <a:pt x="1732414" y="6668997"/>
                  <a:pt x="1717803" y="6647318"/>
                </a:cubicBezTo>
                <a:close/>
                <a:moveTo>
                  <a:pt x="1660084" y="6600852"/>
                </a:moveTo>
                <a:cubicBezTo>
                  <a:pt x="1655890" y="6614747"/>
                  <a:pt x="1632297" y="6628996"/>
                  <a:pt x="1650261" y="6642529"/>
                </a:cubicBezTo>
                <a:cubicBezTo>
                  <a:pt x="1665950" y="6628996"/>
                  <a:pt x="1678763" y="6614863"/>
                  <a:pt x="1660084" y="6601334"/>
                </a:cubicBezTo>
                <a:close/>
                <a:moveTo>
                  <a:pt x="1867618" y="6598339"/>
                </a:moveTo>
                <a:cubicBezTo>
                  <a:pt x="1898879" y="6629474"/>
                  <a:pt x="1827264" y="6664562"/>
                  <a:pt x="1847982" y="6682168"/>
                </a:cubicBezTo>
                <a:cubicBezTo>
                  <a:pt x="1829177" y="6697977"/>
                  <a:pt x="1810015" y="6690672"/>
                  <a:pt x="1791457" y="6719411"/>
                </a:cubicBezTo>
                <a:cubicBezTo>
                  <a:pt x="1810976" y="6676660"/>
                  <a:pt x="1845823" y="6648757"/>
                  <a:pt x="1867618" y="6598339"/>
                </a:cubicBezTo>
                <a:close/>
                <a:moveTo>
                  <a:pt x="1321288" y="6587323"/>
                </a:moveTo>
                <a:cubicBezTo>
                  <a:pt x="1338416" y="6586844"/>
                  <a:pt x="1338174" y="6598938"/>
                  <a:pt x="1339731" y="6602890"/>
                </a:cubicBezTo>
                <a:cubicBezTo>
                  <a:pt x="1314944" y="6596542"/>
                  <a:pt x="1338174" y="6593188"/>
                  <a:pt x="1321288" y="6587323"/>
                </a:cubicBezTo>
                <a:close/>
                <a:moveTo>
                  <a:pt x="1779238" y="6573669"/>
                </a:moveTo>
                <a:cubicBezTo>
                  <a:pt x="1776247" y="6605045"/>
                  <a:pt x="1723910" y="6620492"/>
                  <a:pt x="1722953" y="6642051"/>
                </a:cubicBezTo>
                <a:cubicBezTo>
                  <a:pt x="1729781" y="6636659"/>
                  <a:pt x="1736608" y="6626121"/>
                  <a:pt x="1743551" y="6631272"/>
                </a:cubicBezTo>
                <a:cubicBezTo>
                  <a:pt x="1738400" y="6638336"/>
                  <a:pt x="1728225" y="6645404"/>
                  <a:pt x="1733491" y="6652231"/>
                </a:cubicBezTo>
                <a:cubicBezTo>
                  <a:pt x="1756007" y="6625884"/>
                  <a:pt x="1793370" y="6599416"/>
                  <a:pt x="1779238" y="6573669"/>
                </a:cubicBezTo>
                <a:close/>
                <a:moveTo>
                  <a:pt x="1369176" y="6551162"/>
                </a:moveTo>
                <a:lnTo>
                  <a:pt x="1341114" y="6563790"/>
                </a:lnTo>
                <a:lnTo>
                  <a:pt x="1342248" y="6565290"/>
                </a:lnTo>
                <a:lnTo>
                  <a:pt x="1340575" y="6564031"/>
                </a:lnTo>
                <a:lnTo>
                  <a:pt x="1338054" y="6565165"/>
                </a:lnTo>
                <a:lnTo>
                  <a:pt x="1336951" y="6561303"/>
                </a:lnTo>
                <a:lnTo>
                  <a:pt x="1328236" y="6554752"/>
                </a:lnTo>
                <a:lnTo>
                  <a:pt x="1325564" y="6567070"/>
                </a:lnTo>
                <a:lnTo>
                  <a:pt x="1325602" y="6567923"/>
                </a:lnTo>
                <a:lnTo>
                  <a:pt x="1325395" y="6567846"/>
                </a:lnTo>
                <a:lnTo>
                  <a:pt x="1318685" y="6598791"/>
                </a:lnTo>
                <a:lnTo>
                  <a:pt x="1331710" y="6604088"/>
                </a:lnTo>
                <a:lnTo>
                  <a:pt x="1331231" y="6604088"/>
                </a:lnTo>
                <a:lnTo>
                  <a:pt x="1335929" y="6608959"/>
                </a:lnTo>
                <a:lnTo>
                  <a:pt x="1343041" y="6610855"/>
                </a:lnTo>
                <a:lnTo>
                  <a:pt x="1346445" y="6620044"/>
                </a:lnTo>
                <a:lnTo>
                  <a:pt x="1351605" y="6623208"/>
                </a:lnTo>
                <a:lnTo>
                  <a:pt x="1362513" y="6604037"/>
                </a:lnTo>
                <a:cubicBezTo>
                  <a:pt x="1361983" y="6591266"/>
                  <a:pt x="1347855" y="6582840"/>
                  <a:pt x="1351432" y="6570789"/>
                </a:cubicBezTo>
                <a:lnTo>
                  <a:pt x="1370564" y="6552304"/>
                </a:lnTo>
                <a:close/>
                <a:moveTo>
                  <a:pt x="1331399" y="6541740"/>
                </a:moveTo>
                <a:lnTo>
                  <a:pt x="1328283" y="6542986"/>
                </a:lnTo>
                <a:lnTo>
                  <a:pt x="1327813" y="6546201"/>
                </a:lnTo>
                <a:lnTo>
                  <a:pt x="1335558" y="6556441"/>
                </a:lnTo>
                <a:lnTo>
                  <a:pt x="1331395" y="6541904"/>
                </a:lnTo>
                <a:close/>
                <a:moveTo>
                  <a:pt x="1254173" y="6526151"/>
                </a:moveTo>
                <a:lnTo>
                  <a:pt x="1254345" y="6526246"/>
                </a:lnTo>
                <a:lnTo>
                  <a:pt x="1254397" y="6526198"/>
                </a:lnTo>
                <a:close/>
                <a:moveTo>
                  <a:pt x="1258668" y="6513398"/>
                </a:moveTo>
                <a:lnTo>
                  <a:pt x="1260952" y="6519863"/>
                </a:lnTo>
                <a:lnTo>
                  <a:pt x="1265245" y="6515708"/>
                </a:lnTo>
                <a:close/>
                <a:moveTo>
                  <a:pt x="1277602" y="6498032"/>
                </a:moveTo>
                <a:lnTo>
                  <a:pt x="1268835" y="6504571"/>
                </a:lnTo>
                <a:lnTo>
                  <a:pt x="1269831" y="6505937"/>
                </a:lnTo>
                <a:lnTo>
                  <a:pt x="1274852" y="6504407"/>
                </a:lnTo>
                <a:lnTo>
                  <a:pt x="1278210" y="6505416"/>
                </a:lnTo>
                <a:lnTo>
                  <a:pt x="1280360" y="6501144"/>
                </a:lnTo>
                <a:lnTo>
                  <a:pt x="1280416" y="6500450"/>
                </a:lnTo>
                <a:close/>
                <a:moveTo>
                  <a:pt x="1494337" y="6495031"/>
                </a:moveTo>
                <a:cubicBezTo>
                  <a:pt x="1493363" y="6494440"/>
                  <a:pt x="1491075" y="6494417"/>
                  <a:pt x="1487033" y="6495106"/>
                </a:cubicBezTo>
                <a:cubicBezTo>
                  <a:pt x="1441645" y="6529120"/>
                  <a:pt x="1428590" y="6516906"/>
                  <a:pt x="1415177" y="6568880"/>
                </a:cubicBezTo>
                <a:lnTo>
                  <a:pt x="1425719" y="6579056"/>
                </a:lnTo>
                <a:cubicBezTo>
                  <a:pt x="1432542" y="6573548"/>
                  <a:pt x="1446674" y="6576181"/>
                  <a:pt x="1441045" y="6563247"/>
                </a:cubicBezTo>
                <a:cubicBezTo>
                  <a:pt x="1427753" y="6564208"/>
                  <a:pt x="1451704" y="6551274"/>
                  <a:pt x="1450984" y="6531991"/>
                </a:cubicBezTo>
                <a:cubicBezTo>
                  <a:pt x="1452782" y="6539895"/>
                  <a:pt x="1458531" y="6563131"/>
                  <a:pt x="1471944" y="6542055"/>
                </a:cubicBezTo>
                <a:cubicBezTo>
                  <a:pt x="1443546" y="6531156"/>
                  <a:pt x="1501153" y="6499168"/>
                  <a:pt x="1494337" y="6495031"/>
                </a:cubicBezTo>
                <a:close/>
                <a:moveTo>
                  <a:pt x="1263271" y="6469074"/>
                </a:moveTo>
                <a:lnTo>
                  <a:pt x="1255768" y="6473737"/>
                </a:lnTo>
                <a:lnTo>
                  <a:pt x="1264392" y="6480525"/>
                </a:lnTo>
                <a:lnTo>
                  <a:pt x="1268835" y="6477504"/>
                </a:lnTo>
                <a:close/>
                <a:moveTo>
                  <a:pt x="2021869" y="6461096"/>
                </a:moveTo>
                <a:cubicBezTo>
                  <a:pt x="2028575" y="6497981"/>
                  <a:pt x="1988695" y="6501455"/>
                  <a:pt x="1970731" y="6524091"/>
                </a:cubicBezTo>
                <a:cubicBezTo>
                  <a:pt x="1955762" y="6504209"/>
                  <a:pt x="2004861" y="6465169"/>
                  <a:pt x="2021869" y="6461096"/>
                </a:cubicBezTo>
                <a:close/>
                <a:moveTo>
                  <a:pt x="2125696" y="6459540"/>
                </a:moveTo>
                <a:cubicBezTo>
                  <a:pt x="2125696" y="6473194"/>
                  <a:pt x="2120667" y="6485766"/>
                  <a:pt x="2141505" y="6474871"/>
                </a:cubicBezTo>
                <a:cubicBezTo>
                  <a:pt x="2122223" y="6496666"/>
                  <a:pt x="2096238" y="6542891"/>
                  <a:pt x="2059952" y="6580017"/>
                </a:cubicBezTo>
                <a:cubicBezTo>
                  <a:pt x="2052164" y="6596662"/>
                  <a:pt x="2028812" y="6597020"/>
                  <a:pt x="2049530" y="6580017"/>
                </a:cubicBezTo>
                <a:cubicBezTo>
                  <a:pt x="2062107" y="6560976"/>
                  <a:pt x="2079950" y="6524927"/>
                  <a:pt x="2095397" y="6522056"/>
                </a:cubicBezTo>
                <a:cubicBezTo>
                  <a:pt x="2097095" y="6511786"/>
                  <a:pt x="2102560" y="6502519"/>
                  <a:pt x="2110728" y="6496067"/>
                </a:cubicBezTo>
                <a:cubicBezTo>
                  <a:pt x="2105336" y="6491274"/>
                  <a:pt x="2100306" y="6498580"/>
                  <a:pt x="2095160" y="6501575"/>
                </a:cubicBezTo>
                <a:cubicBezTo>
                  <a:pt x="2085695" y="6487805"/>
                  <a:pt x="2118270" y="6473552"/>
                  <a:pt x="2125696" y="6459540"/>
                </a:cubicBezTo>
                <a:close/>
                <a:moveTo>
                  <a:pt x="1284101" y="6453019"/>
                </a:moveTo>
                <a:lnTo>
                  <a:pt x="1279279" y="6455226"/>
                </a:lnTo>
                <a:lnTo>
                  <a:pt x="1279602" y="6464794"/>
                </a:lnTo>
                <a:lnTo>
                  <a:pt x="1283597" y="6459540"/>
                </a:lnTo>
                <a:close/>
                <a:moveTo>
                  <a:pt x="1255543" y="6441033"/>
                </a:moveTo>
                <a:lnTo>
                  <a:pt x="1253505" y="6442059"/>
                </a:lnTo>
                <a:lnTo>
                  <a:pt x="1250109" y="6449334"/>
                </a:lnTo>
                <a:lnTo>
                  <a:pt x="1256974" y="6455437"/>
                </a:lnTo>
                <a:lnTo>
                  <a:pt x="1256862" y="6441580"/>
                </a:lnTo>
                <a:close/>
                <a:moveTo>
                  <a:pt x="1969054" y="6409484"/>
                </a:moveTo>
                <a:cubicBezTo>
                  <a:pt x="1981031" y="6433434"/>
                  <a:pt x="1947616" y="6428284"/>
                  <a:pt x="1954085" y="6445407"/>
                </a:cubicBezTo>
                <a:cubicBezTo>
                  <a:pt x="1968696" y="6448524"/>
                  <a:pt x="2005581" y="6431637"/>
                  <a:pt x="1989893" y="6409484"/>
                </a:cubicBezTo>
                <a:cubicBezTo>
                  <a:pt x="1983066" y="6416427"/>
                  <a:pt x="1976002" y="6405290"/>
                  <a:pt x="1969054" y="6409484"/>
                </a:cubicBezTo>
                <a:close/>
                <a:moveTo>
                  <a:pt x="1932410" y="6394752"/>
                </a:moveTo>
                <a:lnTo>
                  <a:pt x="1931876" y="6395269"/>
                </a:lnTo>
                <a:lnTo>
                  <a:pt x="1890496" y="6420453"/>
                </a:lnTo>
                <a:cubicBezTo>
                  <a:pt x="1873191" y="6435499"/>
                  <a:pt x="1858817" y="6453433"/>
                  <a:pt x="1866062" y="6463372"/>
                </a:cubicBezTo>
                <a:cubicBezTo>
                  <a:pt x="1876544" y="6447864"/>
                  <a:pt x="1885436" y="6439361"/>
                  <a:pt x="1895556" y="6430409"/>
                </a:cubicBezTo>
                <a:lnTo>
                  <a:pt x="1931876" y="6395269"/>
                </a:lnTo>
                <a:lnTo>
                  <a:pt x="1932527" y="6394873"/>
                </a:lnTo>
                <a:close/>
                <a:moveTo>
                  <a:pt x="2279585" y="6311401"/>
                </a:moveTo>
                <a:cubicBezTo>
                  <a:pt x="2298747" y="6302299"/>
                  <a:pt x="2238148" y="6384813"/>
                  <a:pt x="2223059" y="6359302"/>
                </a:cubicBezTo>
                <a:cubicBezTo>
                  <a:pt x="2242101" y="6358466"/>
                  <a:pt x="2260780" y="6328288"/>
                  <a:pt x="2279585" y="6311401"/>
                </a:cubicBezTo>
                <a:close/>
                <a:moveTo>
                  <a:pt x="2097436" y="6298829"/>
                </a:moveTo>
                <a:cubicBezTo>
                  <a:pt x="2099470" y="6306608"/>
                  <a:pt x="2091208" y="6321219"/>
                  <a:pt x="2102944" y="6314276"/>
                </a:cubicBezTo>
                <a:cubicBezTo>
                  <a:pt x="2114917" y="6324573"/>
                  <a:pt x="2087135" y="6335352"/>
                  <a:pt x="2082584" y="6345769"/>
                </a:cubicBezTo>
                <a:cubicBezTo>
                  <a:pt x="2078274" y="6338106"/>
                  <a:pt x="2078153" y="6323495"/>
                  <a:pt x="2087493" y="6330206"/>
                </a:cubicBezTo>
                <a:cubicBezTo>
                  <a:pt x="2093242" y="6319663"/>
                  <a:pt x="2075519" y="6309604"/>
                  <a:pt x="2097436" y="6298829"/>
                </a:cubicBezTo>
                <a:close/>
                <a:moveTo>
                  <a:pt x="2425327" y="5950814"/>
                </a:moveTo>
                <a:cubicBezTo>
                  <a:pt x="2450955" y="5953448"/>
                  <a:pt x="2369763" y="5978118"/>
                  <a:pt x="2379223" y="5998716"/>
                </a:cubicBezTo>
                <a:cubicBezTo>
                  <a:pt x="2349760" y="5993207"/>
                  <a:pt x="2408083" y="5954405"/>
                  <a:pt x="2425090" y="5951051"/>
                </a:cubicBezTo>
                <a:close/>
                <a:moveTo>
                  <a:pt x="2492395" y="5924105"/>
                </a:moveTo>
                <a:cubicBezTo>
                  <a:pt x="2497662" y="5931053"/>
                  <a:pt x="2502334" y="5932251"/>
                  <a:pt x="2507963" y="5929135"/>
                </a:cubicBezTo>
                <a:cubicBezTo>
                  <a:pt x="2516225" y="5956560"/>
                  <a:pt x="2480896" y="5938837"/>
                  <a:pt x="2472034" y="5955603"/>
                </a:cubicBezTo>
                <a:cubicBezTo>
                  <a:pt x="2460057" y="5945306"/>
                  <a:pt x="2487839" y="5934648"/>
                  <a:pt x="2492395" y="5924105"/>
                </a:cubicBezTo>
                <a:close/>
                <a:moveTo>
                  <a:pt x="2656459" y="5776566"/>
                </a:moveTo>
                <a:cubicBezTo>
                  <a:pt x="2645801" y="5810817"/>
                  <a:pt x="2582452" y="5835246"/>
                  <a:pt x="2569156" y="5845426"/>
                </a:cubicBezTo>
                <a:cubicBezTo>
                  <a:pt x="2582331" y="5818243"/>
                  <a:pt x="2639094" y="5798124"/>
                  <a:pt x="2656459" y="5776566"/>
                </a:cubicBezTo>
                <a:close/>
                <a:moveTo>
                  <a:pt x="2692150" y="5728664"/>
                </a:moveTo>
                <a:cubicBezTo>
                  <a:pt x="2716101" y="5723635"/>
                  <a:pt x="2585926" y="5821954"/>
                  <a:pt x="2625324" y="5776566"/>
                </a:cubicBezTo>
                <a:cubicBezTo>
                  <a:pt x="2647598" y="5767463"/>
                  <a:pt x="2669993" y="5738125"/>
                  <a:pt x="2692150" y="5728664"/>
                </a:cubicBezTo>
                <a:close/>
                <a:moveTo>
                  <a:pt x="2727117" y="5629746"/>
                </a:moveTo>
                <a:cubicBezTo>
                  <a:pt x="2727958" y="5646990"/>
                  <a:pt x="2715502" y="5664592"/>
                  <a:pt x="2696697" y="5682078"/>
                </a:cubicBezTo>
                <a:cubicBezTo>
                  <a:pt x="2689754" y="5664833"/>
                  <a:pt x="2709395" y="5647227"/>
                  <a:pt x="2727117" y="5629746"/>
                </a:cubicBezTo>
                <a:close/>
                <a:moveTo>
                  <a:pt x="2886871" y="5591064"/>
                </a:moveTo>
                <a:cubicBezTo>
                  <a:pt x="2894897" y="5606631"/>
                  <a:pt x="2817175" y="5668786"/>
                  <a:pt x="2790591" y="5701598"/>
                </a:cubicBezTo>
                <a:lnTo>
                  <a:pt x="2789750" y="5701598"/>
                </a:lnTo>
                <a:cubicBezTo>
                  <a:pt x="2791306" y="5658127"/>
                  <a:pt x="2854180" y="5639327"/>
                  <a:pt x="2886871" y="5591064"/>
                </a:cubicBezTo>
                <a:close/>
                <a:moveTo>
                  <a:pt x="2761606" y="5498731"/>
                </a:moveTo>
                <a:cubicBezTo>
                  <a:pt x="2749632" y="5519091"/>
                  <a:pt x="2755499" y="5513100"/>
                  <a:pt x="2735978" y="5525078"/>
                </a:cubicBezTo>
                <a:cubicBezTo>
                  <a:pt x="2724005" y="5554179"/>
                  <a:pt x="2691310" y="5590223"/>
                  <a:pt x="2741487" y="5540645"/>
                </a:cubicBezTo>
                <a:cubicBezTo>
                  <a:pt x="2737776" y="5523759"/>
                  <a:pt x="2779091" y="5523043"/>
                  <a:pt x="2761606" y="5498731"/>
                </a:cubicBezTo>
                <a:close/>
                <a:moveTo>
                  <a:pt x="2921485" y="5387835"/>
                </a:moveTo>
                <a:cubicBezTo>
                  <a:pt x="2913218" y="5426396"/>
                  <a:pt x="2882324" y="5434064"/>
                  <a:pt x="2875734" y="5455976"/>
                </a:cubicBezTo>
                <a:cubicBezTo>
                  <a:pt x="2897530" y="5436098"/>
                  <a:pt x="2948069" y="5416457"/>
                  <a:pt x="2921485" y="5387835"/>
                </a:cubicBezTo>
                <a:close/>
                <a:moveTo>
                  <a:pt x="2860490" y="5370974"/>
                </a:moveTo>
                <a:cubicBezTo>
                  <a:pt x="2851262" y="5373038"/>
                  <a:pt x="2791844" y="5423133"/>
                  <a:pt x="2792383" y="5435977"/>
                </a:cubicBezTo>
                <a:cubicBezTo>
                  <a:pt x="2746879" y="5446636"/>
                  <a:pt x="2762326" y="5473944"/>
                  <a:pt x="2710472" y="5519811"/>
                </a:cubicBezTo>
                <a:cubicBezTo>
                  <a:pt x="2693344" y="5506756"/>
                  <a:pt x="2693465" y="5530948"/>
                  <a:pt x="2669036" y="5530827"/>
                </a:cubicBezTo>
                <a:cubicBezTo>
                  <a:pt x="2674182" y="5539809"/>
                  <a:pt x="2653106" y="5569626"/>
                  <a:pt x="2649274" y="5603877"/>
                </a:cubicBezTo>
                <a:cubicBezTo>
                  <a:pt x="2630353" y="5586512"/>
                  <a:pt x="2616462" y="5624595"/>
                  <a:pt x="2618618" y="5645913"/>
                </a:cubicBezTo>
                <a:cubicBezTo>
                  <a:pt x="2595503" y="5628668"/>
                  <a:pt x="2553110" y="5692978"/>
                  <a:pt x="2546766" y="5709382"/>
                </a:cubicBezTo>
                <a:cubicBezTo>
                  <a:pt x="2540296" y="5702438"/>
                  <a:pt x="2545925" y="5695370"/>
                  <a:pt x="2535986" y="5688663"/>
                </a:cubicBezTo>
                <a:cubicBezTo>
                  <a:pt x="2531194" y="5719204"/>
                  <a:pt x="2527241" y="5713575"/>
                  <a:pt x="2500058" y="5715131"/>
                </a:cubicBezTo>
                <a:cubicBezTo>
                  <a:pt x="2493593" y="5741241"/>
                  <a:pt x="2467720" y="5777527"/>
                  <a:pt x="2438861" y="5788784"/>
                </a:cubicBezTo>
                <a:cubicBezTo>
                  <a:pt x="2444248" y="5795607"/>
                  <a:pt x="2454669" y="5802434"/>
                  <a:pt x="2449640" y="5809503"/>
                </a:cubicBezTo>
                <a:cubicBezTo>
                  <a:pt x="2426525" y="5807822"/>
                  <a:pt x="2440779" y="5839561"/>
                  <a:pt x="2422931" y="5805546"/>
                </a:cubicBezTo>
                <a:lnTo>
                  <a:pt x="2422931" y="5805068"/>
                </a:lnTo>
                <a:cubicBezTo>
                  <a:pt x="2407247" y="5846146"/>
                  <a:pt x="2369280" y="5864946"/>
                  <a:pt x="2356945" y="5904827"/>
                </a:cubicBezTo>
                <a:cubicBezTo>
                  <a:pt x="2400898" y="5853331"/>
                  <a:pt x="2497903" y="5810459"/>
                  <a:pt x="2500657" y="5746866"/>
                </a:cubicBezTo>
                <a:cubicBezTo>
                  <a:pt x="2574785" y="5708425"/>
                  <a:pt x="2632388" y="5646869"/>
                  <a:pt x="2700770" y="5572380"/>
                </a:cubicBezTo>
                <a:cubicBezTo>
                  <a:pt x="2681970" y="5558851"/>
                  <a:pt x="2698857" y="5544718"/>
                  <a:pt x="2700171" y="5530827"/>
                </a:cubicBezTo>
                <a:cubicBezTo>
                  <a:pt x="2732026" y="5525315"/>
                  <a:pt x="2739810" y="5508911"/>
                  <a:pt x="2756697" y="5482922"/>
                </a:cubicBezTo>
                <a:cubicBezTo>
                  <a:pt x="2782923" y="5501364"/>
                  <a:pt x="2808072" y="5439813"/>
                  <a:pt x="2833820" y="5424603"/>
                </a:cubicBezTo>
                <a:cubicBezTo>
                  <a:pt x="2830829" y="5419453"/>
                  <a:pt x="2823523" y="5414423"/>
                  <a:pt x="2828432" y="5409152"/>
                </a:cubicBezTo>
                <a:cubicBezTo>
                  <a:pt x="2847353" y="5407238"/>
                  <a:pt x="2834419" y="5401967"/>
                  <a:pt x="2848909" y="5388076"/>
                </a:cubicBezTo>
                <a:cubicBezTo>
                  <a:pt x="2861067" y="5374935"/>
                  <a:pt x="2863567" y="5370284"/>
                  <a:pt x="2860490" y="5370974"/>
                </a:cubicBezTo>
                <a:close/>
                <a:moveTo>
                  <a:pt x="3229303" y="5143908"/>
                </a:moveTo>
                <a:lnTo>
                  <a:pt x="3229568" y="5145027"/>
                </a:lnTo>
                <a:lnTo>
                  <a:pt x="3227822" y="5146285"/>
                </a:lnTo>
                <a:close/>
                <a:moveTo>
                  <a:pt x="3227460" y="5136105"/>
                </a:moveTo>
                <a:cubicBezTo>
                  <a:pt x="3232550" y="5133711"/>
                  <a:pt x="3233898" y="5134939"/>
                  <a:pt x="3233345" y="5137425"/>
                </a:cubicBezTo>
                <a:lnTo>
                  <a:pt x="3229303" y="5143908"/>
                </a:lnTo>
                <a:close/>
                <a:moveTo>
                  <a:pt x="3181834" y="5130476"/>
                </a:moveTo>
                <a:cubicBezTo>
                  <a:pt x="3162913" y="5133829"/>
                  <a:pt x="3066150" y="5225447"/>
                  <a:pt x="3111176" y="5213590"/>
                </a:cubicBezTo>
                <a:cubicBezTo>
                  <a:pt x="3073334" y="5243648"/>
                  <a:pt x="3017529" y="5247001"/>
                  <a:pt x="3018843" y="5298135"/>
                </a:cubicBezTo>
                <a:cubicBezTo>
                  <a:pt x="3037769" y="5293105"/>
                  <a:pt x="3024472" y="5265086"/>
                  <a:pt x="3039445" y="5277059"/>
                </a:cubicBezTo>
                <a:cubicBezTo>
                  <a:pt x="3055134" y="5284365"/>
                  <a:pt x="2999685" y="5318138"/>
                  <a:pt x="3029385" y="5308315"/>
                </a:cubicBezTo>
                <a:cubicBezTo>
                  <a:pt x="3041359" y="5294665"/>
                  <a:pt x="3053336" y="5282210"/>
                  <a:pt x="3065309" y="5281848"/>
                </a:cubicBezTo>
                <a:cubicBezTo>
                  <a:pt x="3058125" y="5273590"/>
                  <a:pt x="3043876" y="5264845"/>
                  <a:pt x="3049142" y="5256104"/>
                </a:cubicBezTo>
                <a:lnTo>
                  <a:pt x="3049384" y="5256104"/>
                </a:lnTo>
                <a:cubicBezTo>
                  <a:pt x="3054534" y="5253108"/>
                  <a:pt x="3059680" y="5245803"/>
                  <a:pt x="3064952" y="5250712"/>
                </a:cubicBezTo>
                <a:cubicBezTo>
                  <a:pt x="3062197" y="5255863"/>
                  <a:pt x="3055013" y="5261134"/>
                  <a:pt x="3059922" y="5266280"/>
                </a:cubicBezTo>
                <a:cubicBezTo>
                  <a:pt x="3117762" y="5240532"/>
                  <a:pt x="3163749" y="5198018"/>
                  <a:pt x="3181834" y="5130476"/>
                </a:cubicBezTo>
                <a:close/>
                <a:moveTo>
                  <a:pt x="3265664" y="5097427"/>
                </a:moveTo>
                <a:cubicBezTo>
                  <a:pt x="3282550" y="5116348"/>
                  <a:pt x="3263030" y="5133351"/>
                  <a:pt x="3263267" y="5152156"/>
                </a:cubicBezTo>
                <a:cubicBezTo>
                  <a:pt x="3241592" y="5147725"/>
                  <a:pt x="3251294" y="5156466"/>
                  <a:pt x="3233451" y="5161495"/>
                </a:cubicBezTo>
                <a:lnTo>
                  <a:pt x="3229568" y="5145027"/>
                </a:lnTo>
                <a:lnTo>
                  <a:pt x="3253165" y="5128007"/>
                </a:lnTo>
                <a:cubicBezTo>
                  <a:pt x="3256591" y="5116977"/>
                  <a:pt x="3257880" y="5103892"/>
                  <a:pt x="3265664" y="5097427"/>
                </a:cubicBezTo>
                <a:close/>
                <a:moveTo>
                  <a:pt x="3384343" y="5003176"/>
                </a:moveTo>
                <a:cubicBezTo>
                  <a:pt x="3406618" y="5022097"/>
                  <a:pt x="3366500" y="5031321"/>
                  <a:pt x="3359316" y="5046768"/>
                </a:cubicBezTo>
                <a:cubicBezTo>
                  <a:pt x="3344584" y="5029166"/>
                  <a:pt x="3372965" y="5016710"/>
                  <a:pt x="3384343" y="5003176"/>
                </a:cubicBezTo>
                <a:close/>
                <a:moveTo>
                  <a:pt x="3413720" y="4966722"/>
                </a:moveTo>
                <a:lnTo>
                  <a:pt x="3413682" y="4967132"/>
                </a:lnTo>
                <a:lnTo>
                  <a:pt x="3413682" y="4966770"/>
                </a:lnTo>
                <a:close/>
                <a:moveTo>
                  <a:pt x="3395002" y="4953836"/>
                </a:moveTo>
                <a:cubicBezTo>
                  <a:pt x="3396916" y="4961382"/>
                  <a:pt x="3390210" y="4972998"/>
                  <a:pt x="3400511" y="4968808"/>
                </a:cubicBezTo>
                <a:cubicBezTo>
                  <a:pt x="3409730" y="4982579"/>
                  <a:pt x="3381348" y="4990005"/>
                  <a:pt x="3375241" y="5001741"/>
                </a:cubicBezTo>
                <a:cubicBezTo>
                  <a:pt x="3375241" y="4984613"/>
                  <a:pt x="3387218" y="4969403"/>
                  <a:pt x="3395002" y="4953836"/>
                </a:cubicBezTo>
                <a:close/>
                <a:moveTo>
                  <a:pt x="3424582" y="4928566"/>
                </a:moveTo>
                <a:cubicBezTo>
                  <a:pt x="3436499" y="4929044"/>
                  <a:pt x="3435508" y="4936143"/>
                  <a:pt x="3430676" y="4944345"/>
                </a:cubicBezTo>
                <a:lnTo>
                  <a:pt x="3413720" y="4966722"/>
                </a:lnTo>
                <a:lnTo>
                  <a:pt x="3415539" y="4947039"/>
                </a:lnTo>
                <a:cubicBezTo>
                  <a:pt x="3421767" y="4941500"/>
                  <a:pt x="3429193" y="4936234"/>
                  <a:pt x="3424582" y="4928566"/>
                </a:cubicBezTo>
                <a:close/>
                <a:moveTo>
                  <a:pt x="3504700" y="4791448"/>
                </a:moveTo>
                <a:cubicBezTo>
                  <a:pt x="3495520" y="4796887"/>
                  <a:pt x="3487409" y="4803947"/>
                  <a:pt x="3480745" y="4812282"/>
                </a:cubicBezTo>
                <a:cubicBezTo>
                  <a:pt x="3478832" y="4814800"/>
                  <a:pt x="3477276" y="4817075"/>
                  <a:pt x="3475121" y="4819709"/>
                </a:cubicBezTo>
                <a:cubicBezTo>
                  <a:pt x="3473711" y="4821993"/>
                  <a:pt x="3472065" y="4824122"/>
                  <a:pt x="3470207" y="4826057"/>
                </a:cubicBezTo>
                <a:cubicBezTo>
                  <a:pt x="3458949" y="4836354"/>
                  <a:pt x="3455239" y="4841866"/>
                  <a:pt x="3455359" y="4844138"/>
                </a:cubicBezTo>
                <a:cubicBezTo>
                  <a:pt x="3455480" y="4846413"/>
                  <a:pt x="3459191" y="4845814"/>
                  <a:pt x="3464221" y="4842582"/>
                </a:cubicBezTo>
                <a:cubicBezTo>
                  <a:pt x="3467346" y="4840681"/>
                  <a:pt x="3470272" y="4838474"/>
                  <a:pt x="3472961" y="4835996"/>
                </a:cubicBezTo>
                <a:cubicBezTo>
                  <a:pt x="3474401" y="4834677"/>
                  <a:pt x="3475836" y="4833121"/>
                  <a:pt x="3477276" y="4831565"/>
                </a:cubicBezTo>
                <a:cubicBezTo>
                  <a:pt x="3478711" y="4830009"/>
                  <a:pt x="3479551" y="4828691"/>
                  <a:pt x="3482904" y="4825579"/>
                </a:cubicBezTo>
                <a:cubicBezTo>
                  <a:pt x="3492960" y="4816243"/>
                  <a:pt x="3500463" y="4804494"/>
                  <a:pt x="3504700" y="4791448"/>
                </a:cubicBezTo>
                <a:close/>
                <a:moveTo>
                  <a:pt x="3744452" y="4710730"/>
                </a:moveTo>
                <a:cubicBezTo>
                  <a:pt x="3752956" y="4714204"/>
                  <a:pt x="3733552" y="4731328"/>
                  <a:pt x="3710920" y="4749292"/>
                </a:cubicBezTo>
                <a:cubicBezTo>
                  <a:pt x="3688288" y="4767256"/>
                  <a:pt x="3663019" y="4786177"/>
                  <a:pt x="3660980" y="4795038"/>
                </a:cubicBezTo>
                <a:cubicBezTo>
                  <a:pt x="3666131" y="4800068"/>
                  <a:pt x="3676669" y="4790370"/>
                  <a:pt x="3684931" y="4785819"/>
                </a:cubicBezTo>
                <a:cubicBezTo>
                  <a:pt x="3667687" y="4815157"/>
                  <a:pt x="3643016" y="4821148"/>
                  <a:pt x="3607330" y="4843659"/>
                </a:cubicBezTo>
                <a:cubicBezTo>
                  <a:pt x="3617803" y="4817437"/>
                  <a:pt x="3634198" y="4793995"/>
                  <a:pt x="3655235" y="4775161"/>
                </a:cubicBezTo>
                <a:cubicBezTo>
                  <a:pt x="3675949" y="4757675"/>
                  <a:pt x="3703257" y="4741030"/>
                  <a:pt x="3744452" y="4710730"/>
                </a:cubicBezTo>
                <a:close/>
                <a:moveTo>
                  <a:pt x="3491102" y="4688737"/>
                </a:moveTo>
                <a:lnTo>
                  <a:pt x="3493442" y="4690491"/>
                </a:lnTo>
                <a:lnTo>
                  <a:pt x="3493080" y="4690853"/>
                </a:lnTo>
                <a:lnTo>
                  <a:pt x="3488969" y="4690904"/>
                </a:lnTo>
                <a:close/>
                <a:moveTo>
                  <a:pt x="3371767" y="4652050"/>
                </a:moveTo>
                <a:lnTo>
                  <a:pt x="3371409" y="4652408"/>
                </a:lnTo>
                <a:lnTo>
                  <a:pt x="3371388" y="4652520"/>
                </a:lnTo>
                <a:lnTo>
                  <a:pt x="3362069" y="4664023"/>
                </a:lnTo>
                <a:lnTo>
                  <a:pt x="3357398" y="4668337"/>
                </a:lnTo>
                <a:lnTo>
                  <a:pt x="3353204" y="4671570"/>
                </a:lnTo>
                <a:cubicBezTo>
                  <a:pt x="3347459" y="4675643"/>
                  <a:pt x="3341231" y="4678996"/>
                  <a:pt x="3335123" y="4682228"/>
                </a:cubicBezTo>
                <a:cubicBezTo>
                  <a:pt x="3323745" y="4688693"/>
                  <a:pt x="3315121" y="4695641"/>
                  <a:pt x="3320513" y="4709774"/>
                </a:cubicBezTo>
                <a:cubicBezTo>
                  <a:pt x="3329852" y="4707377"/>
                  <a:pt x="3340752" y="4683427"/>
                  <a:pt x="3349493" y="4696598"/>
                </a:cubicBezTo>
                <a:cubicBezTo>
                  <a:pt x="3331292" y="4704503"/>
                  <a:pt x="3310212" y="4735759"/>
                  <a:pt x="3334167" y="4736599"/>
                </a:cubicBezTo>
                <a:cubicBezTo>
                  <a:pt x="3328296" y="4729052"/>
                  <a:pt x="3341352" y="4718756"/>
                  <a:pt x="3348295" y="4725341"/>
                </a:cubicBezTo>
                <a:cubicBezTo>
                  <a:pt x="3345541" y="4729531"/>
                  <a:pt x="3339076" y="4732884"/>
                  <a:pt x="3343386" y="4738633"/>
                </a:cubicBezTo>
                <a:cubicBezTo>
                  <a:pt x="3351708" y="4726643"/>
                  <a:pt x="3358018" y="4713377"/>
                  <a:pt x="3362065" y="4699352"/>
                </a:cubicBezTo>
                <a:cubicBezTo>
                  <a:pt x="3364100" y="4692340"/>
                  <a:pt x="3365544" y="4685172"/>
                  <a:pt x="3366379" y="4677918"/>
                </a:cubicBezTo>
                <a:lnTo>
                  <a:pt x="3371388" y="4652520"/>
                </a:lnTo>
                <a:close/>
                <a:moveTo>
                  <a:pt x="3607808" y="4641271"/>
                </a:moveTo>
                <a:cubicBezTo>
                  <a:pt x="3581189" y="4653494"/>
                  <a:pt x="3556334" y="4669242"/>
                  <a:pt x="3533917" y="4688099"/>
                </a:cubicBezTo>
                <a:cubicBezTo>
                  <a:pt x="3540624" y="4714325"/>
                  <a:pt x="3524099" y="4709653"/>
                  <a:pt x="3554399" y="4727858"/>
                </a:cubicBezTo>
                <a:cubicBezTo>
                  <a:pt x="3539909" y="4737077"/>
                  <a:pt x="3522664" y="4754563"/>
                  <a:pt x="3513441" y="4748814"/>
                </a:cubicBezTo>
                <a:lnTo>
                  <a:pt x="3513798" y="4748456"/>
                </a:lnTo>
                <a:cubicBezTo>
                  <a:pt x="3530565" y="4737314"/>
                  <a:pt x="3529965" y="4727496"/>
                  <a:pt x="3517393" y="4718514"/>
                </a:cubicBezTo>
                <a:cubicBezTo>
                  <a:pt x="3499787" y="4735280"/>
                  <a:pt x="3494279" y="4751568"/>
                  <a:pt x="3500507" y="4767256"/>
                </a:cubicBezTo>
                <a:cubicBezTo>
                  <a:pt x="3528276" y="4755391"/>
                  <a:pt x="3554144" y="4739491"/>
                  <a:pt x="3577272" y="4720070"/>
                </a:cubicBezTo>
                <a:cubicBezTo>
                  <a:pt x="3519548" y="4713243"/>
                  <a:pt x="3590206" y="4670734"/>
                  <a:pt x="3607808" y="4641271"/>
                </a:cubicBezTo>
                <a:close/>
                <a:moveTo>
                  <a:pt x="3682206" y="4547085"/>
                </a:moveTo>
                <a:lnTo>
                  <a:pt x="3660265" y="4560195"/>
                </a:lnTo>
                <a:cubicBezTo>
                  <a:pt x="3662959" y="4556482"/>
                  <a:pt x="3667405" y="4553691"/>
                  <a:pt x="3672397" y="4551284"/>
                </a:cubicBezTo>
                <a:close/>
                <a:moveTo>
                  <a:pt x="3688728" y="4543188"/>
                </a:moveTo>
                <a:lnTo>
                  <a:pt x="3687806" y="4544688"/>
                </a:lnTo>
                <a:lnTo>
                  <a:pt x="3682206" y="4547085"/>
                </a:lnTo>
                <a:close/>
                <a:moveTo>
                  <a:pt x="3617049" y="4510583"/>
                </a:moveTo>
                <a:lnTo>
                  <a:pt x="3617031" y="4510618"/>
                </a:lnTo>
                <a:lnTo>
                  <a:pt x="3616790" y="4510618"/>
                </a:lnTo>
                <a:close/>
                <a:moveTo>
                  <a:pt x="3626371" y="4492774"/>
                </a:moveTo>
                <a:cubicBezTo>
                  <a:pt x="3597150" y="4516725"/>
                  <a:pt x="3578470" y="4533370"/>
                  <a:pt x="3615114" y="4521875"/>
                </a:cubicBezTo>
                <a:cubicBezTo>
                  <a:pt x="3597150" y="4547981"/>
                  <a:pt x="3587689" y="4530017"/>
                  <a:pt x="3573078" y="4537564"/>
                </a:cubicBezTo>
                <a:cubicBezTo>
                  <a:pt x="3599068" y="4545227"/>
                  <a:pt x="3523022" y="4589417"/>
                  <a:pt x="3557752" y="4577918"/>
                </a:cubicBezTo>
                <a:cubicBezTo>
                  <a:pt x="3578828" y="4556006"/>
                  <a:pt x="3632840" y="4529181"/>
                  <a:pt x="3630324" y="4508941"/>
                </a:cubicBezTo>
                <a:lnTo>
                  <a:pt x="3617049" y="4510583"/>
                </a:lnTo>
                <a:close/>
                <a:moveTo>
                  <a:pt x="3645533" y="4446187"/>
                </a:moveTo>
                <a:cubicBezTo>
                  <a:pt x="3617988" y="4467263"/>
                  <a:pt x="3597033" y="4472177"/>
                  <a:pt x="3586732" y="4497683"/>
                </a:cubicBezTo>
                <a:lnTo>
                  <a:pt x="3586974" y="4497683"/>
                </a:lnTo>
                <a:cubicBezTo>
                  <a:pt x="3603498" y="4478400"/>
                  <a:pt x="3650201" y="4471336"/>
                  <a:pt x="3645533" y="4446187"/>
                </a:cubicBezTo>
                <a:close/>
                <a:moveTo>
                  <a:pt x="3694154" y="4398407"/>
                </a:moveTo>
                <a:cubicBezTo>
                  <a:pt x="3681578" y="4410501"/>
                  <a:pt x="3640862" y="4384632"/>
                  <a:pt x="3648288" y="4412897"/>
                </a:cubicBezTo>
                <a:lnTo>
                  <a:pt x="3648524" y="4412897"/>
                </a:lnTo>
                <a:cubicBezTo>
                  <a:pt x="3653076" y="4409182"/>
                  <a:pt x="3657627" y="4405708"/>
                  <a:pt x="3661459" y="4410621"/>
                </a:cubicBezTo>
                <a:cubicBezTo>
                  <a:pt x="3651283" y="4417448"/>
                  <a:pt x="3619307" y="4452058"/>
                  <a:pt x="3646611" y="4434572"/>
                </a:cubicBezTo>
                <a:cubicBezTo>
                  <a:pt x="3653438" y="4430378"/>
                  <a:pt x="3660502" y="4421517"/>
                  <a:pt x="3666609" y="4425711"/>
                </a:cubicBezTo>
                <a:cubicBezTo>
                  <a:pt x="3662657" y="4429900"/>
                  <a:pt x="3659183" y="4434210"/>
                  <a:pt x="3665532" y="4436727"/>
                </a:cubicBezTo>
                <a:cubicBezTo>
                  <a:pt x="3672596" y="4424754"/>
                  <a:pt x="3708524" y="4406428"/>
                  <a:pt x="3694154" y="4398407"/>
                </a:cubicBezTo>
                <a:close/>
                <a:moveTo>
                  <a:pt x="3757623" y="4376607"/>
                </a:moveTo>
                <a:cubicBezTo>
                  <a:pt x="3751516" y="4378167"/>
                  <a:pt x="3728285" y="4401277"/>
                  <a:pt x="3703494" y="4441158"/>
                </a:cubicBezTo>
                <a:lnTo>
                  <a:pt x="3703735" y="4441158"/>
                </a:lnTo>
                <a:cubicBezTo>
                  <a:pt x="3721346" y="4426262"/>
                  <a:pt x="3737397" y="4409609"/>
                  <a:pt x="3751637" y="4391459"/>
                </a:cubicBezTo>
                <a:cubicBezTo>
                  <a:pt x="3759783" y="4380801"/>
                  <a:pt x="3760739" y="4375891"/>
                  <a:pt x="3757623" y="4376607"/>
                </a:cubicBezTo>
                <a:close/>
                <a:moveTo>
                  <a:pt x="3880618" y="4374452"/>
                </a:moveTo>
                <a:cubicBezTo>
                  <a:pt x="3867201" y="4386429"/>
                  <a:pt x="3846724" y="4403432"/>
                  <a:pt x="3830316" y="4419483"/>
                </a:cubicBezTo>
                <a:cubicBezTo>
                  <a:pt x="3813912" y="4435529"/>
                  <a:pt x="3801577" y="4451217"/>
                  <a:pt x="3805766" y="4462596"/>
                </a:cubicBezTo>
                <a:cubicBezTo>
                  <a:pt x="3815110" y="4454092"/>
                  <a:pt x="3824807" y="4439722"/>
                  <a:pt x="3833311" y="4443192"/>
                </a:cubicBezTo>
                <a:cubicBezTo>
                  <a:pt x="3811244" y="4463354"/>
                  <a:pt x="3791190" y="4485615"/>
                  <a:pt x="3773432" y="4509661"/>
                </a:cubicBezTo>
                <a:cubicBezTo>
                  <a:pt x="3755830" y="4531456"/>
                  <a:pt x="3738944" y="4550136"/>
                  <a:pt x="3720622" y="4556484"/>
                </a:cubicBezTo>
                <a:cubicBezTo>
                  <a:pt x="3722057" y="4544507"/>
                  <a:pt x="3747684" y="4528224"/>
                  <a:pt x="3726609" y="4520556"/>
                </a:cubicBezTo>
                <a:lnTo>
                  <a:pt x="3688728" y="4543188"/>
                </a:lnTo>
                <a:lnTo>
                  <a:pt x="3699542" y="4525586"/>
                </a:lnTo>
                <a:cubicBezTo>
                  <a:pt x="3687569" y="4534210"/>
                  <a:pt x="3677988" y="4523190"/>
                  <a:pt x="3666609" y="4525586"/>
                </a:cubicBezTo>
                <a:cubicBezTo>
                  <a:pt x="3671281" y="4519238"/>
                  <a:pt x="3681699" y="4512053"/>
                  <a:pt x="3676311" y="4507385"/>
                </a:cubicBezTo>
                <a:cubicBezTo>
                  <a:pt x="3647326" y="4524634"/>
                  <a:pt x="3620850" y="4545791"/>
                  <a:pt x="3597632" y="4570255"/>
                </a:cubicBezTo>
                <a:cubicBezTo>
                  <a:pt x="3576138" y="4593706"/>
                  <a:pt x="3551563" y="4614135"/>
                  <a:pt x="3524578" y="4630974"/>
                </a:cubicBezTo>
                <a:cubicBezTo>
                  <a:pt x="3532814" y="4626608"/>
                  <a:pt x="3542508" y="4625914"/>
                  <a:pt x="3551282" y="4629056"/>
                </a:cubicBezTo>
                <a:cubicBezTo>
                  <a:pt x="3514760" y="4647977"/>
                  <a:pt x="3506493" y="4664984"/>
                  <a:pt x="3498231" y="4681509"/>
                </a:cubicBezTo>
                <a:lnTo>
                  <a:pt x="3491102" y="4688737"/>
                </a:lnTo>
                <a:lnTo>
                  <a:pt x="3478603" y="4679358"/>
                </a:lnTo>
                <a:cubicBezTo>
                  <a:pt x="3481056" y="4664872"/>
                  <a:pt x="3521048" y="4645042"/>
                  <a:pt x="3469492" y="4662467"/>
                </a:cubicBezTo>
                <a:cubicBezTo>
                  <a:pt x="3476780" y="4653981"/>
                  <a:pt x="3481952" y="4643887"/>
                  <a:pt x="3484581" y="4633008"/>
                </a:cubicBezTo>
                <a:cubicBezTo>
                  <a:pt x="3441106" y="4661032"/>
                  <a:pt x="3494757" y="4612769"/>
                  <a:pt x="3486016" y="4604506"/>
                </a:cubicBezTo>
                <a:cubicBezTo>
                  <a:pt x="3437516" y="4647740"/>
                  <a:pt x="3433322" y="4635883"/>
                  <a:pt x="3407458" y="4635043"/>
                </a:cubicBezTo>
                <a:cubicBezTo>
                  <a:pt x="3416078" y="4643667"/>
                  <a:pt x="3396437" y="4660312"/>
                  <a:pt x="3382546" y="4673846"/>
                </a:cubicBezTo>
                <a:cubicBezTo>
                  <a:pt x="3378956" y="4677199"/>
                  <a:pt x="3375603" y="4680552"/>
                  <a:pt x="3372965" y="4683427"/>
                </a:cubicBezTo>
                <a:cubicBezTo>
                  <a:pt x="3371509" y="4685263"/>
                  <a:pt x="3370560" y="4687452"/>
                  <a:pt x="3370211" y="4689771"/>
                </a:cubicBezTo>
                <a:cubicBezTo>
                  <a:pt x="3370211" y="4693607"/>
                  <a:pt x="3373327" y="4696598"/>
                  <a:pt x="3383025" y="4698395"/>
                </a:cubicBezTo>
                <a:cubicBezTo>
                  <a:pt x="3383025" y="4688094"/>
                  <a:pt x="3396558" y="4676001"/>
                  <a:pt x="3411889" y="4667376"/>
                </a:cubicBezTo>
                <a:cubicBezTo>
                  <a:pt x="3427215" y="4658756"/>
                  <a:pt x="3445058" y="4653127"/>
                  <a:pt x="3451649" y="4657200"/>
                </a:cubicBezTo>
                <a:cubicBezTo>
                  <a:pt x="3446377" y="4663066"/>
                  <a:pt x="3435598" y="4669174"/>
                  <a:pt x="3439671" y="4674923"/>
                </a:cubicBezTo>
                <a:cubicBezTo>
                  <a:pt x="3447213" y="4671570"/>
                  <a:pt x="3456195" y="4662946"/>
                  <a:pt x="3460988" y="4668458"/>
                </a:cubicBezTo>
                <a:lnTo>
                  <a:pt x="3419552" y="4698753"/>
                </a:lnTo>
                <a:cubicBezTo>
                  <a:pt x="3421539" y="4708545"/>
                  <a:pt x="3420625" y="4718700"/>
                  <a:pt x="3416918" y="4727975"/>
                </a:cubicBezTo>
                <a:cubicBezTo>
                  <a:pt x="3406376" y="4746180"/>
                  <a:pt x="3416918" y="4730492"/>
                  <a:pt x="3433322" y="4713726"/>
                </a:cubicBezTo>
                <a:cubicBezTo>
                  <a:pt x="3441529" y="4705343"/>
                  <a:pt x="3452066" y="4696451"/>
                  <a:pt x="3462755" y="4691241"/>
                </a:cubicBezTo>
                <a:lnTo>
                  <a:pt x="3488969" y="4690904"/>
                </a:lnTo>
                <a:lnTo>
                  <a:pt x="3446856" y="4733604"/>
                </a:lnTo>
                <a:cubicBezTo>
                  <a:pt x="3457273" y="4743185"/>
                  <a:pt x="3447576" y="4753244"/>
                  <a:pt x="3456557" y="4762946"/>
                </a:cubicBezTo>
                <a:cubicBezTo>
                  <a:pt x="3472362" y="4751809"/>
                  <a:pt x="3470569" y="4745581"/>
                  <a:pt x="3455838" y="4745219"/>
                </a:cubicBezTo>
                <a:cubicBezTo>
                  <a:pt x="3476435" y="4729414"/>
                  <a:pt x="3525655" y="4675281"/>
                  <a:pt x="3503739" y="4719355"/>
                </a:cubicBezTo>
                <a:cubicBezTo>
                  <a:pt x="3539667" y="4696240"/>
                  <a:pt x="3544339" y="4664506"/>
                  <a:pt x="3510445" y="4677918"/>
                </a:cubicBezTo>
                <a:cubicBezTo>
                  <a:pt x="3519070" y="4671570"/>
                  <a:pt x="3516673" y="4665941"/>
                  <a:pt x="3522423" y="4659834"/>
                </a:cubicBezTo>
                <a:cubicBezTo>
                  <a:pt x="3551046" y="4665342"/>
                  <a:pt x="3575953" y="4598158"/>
                  <a:pt x="3574755" y="4638637"/>
                </a:cubicBezTo>
                <a:cubicBezTo>
                  <a:pt x="3590564" y="4621630"/>
                  <a:pt x="3629961" y="4573009"/>
                  <a:pt x="3657386" y="4572294"/>
                </a:cubicBezTo>
                <a:cubicBezTo>
                  <a:pt x="3648288" y="4581155"/>
                  <a:pt x="3639905" y="4589896"/>
                  <a:pt x="3652240" y="4596244"/>
                </a:cubicBezTo>
                <a:cubicBezTo>
                  <a:pt x="3681819" y="4587978"/>
                  <a:pt x="3671639" y="4551692"/>
                  <a:pt x="3712118" y="4564148"/>
                </a:cubicBezTo>
                <a:cubicBezTo>
                  <a:pt x="3699184" y="4578758"/>
                  <a:pt x="3650563" y="4626423"/>
                  <a:pt x="3674272" y="4616243"/>
                </a:cubicBezTo>
                <a:cubicBezTo>
                  <a:pt x="3706968" y="4580913"/>
                  <a:pt x="3741099" y="4547261"/>
                  <a:pt x="3767446" y="4553368"/>
                </a:cubicBezTo>
                <a:lnTo>
                  <a:pt x="3767804" y="4553011"/>
                </a:lnTo>
                <a:cubicBezTo>
                  <a:pt x="3763252" y="4529060"/>
                  <a:pt x="3789362" y="4505825"/>
                  <a:pt x="3818342" y="4478883"/>
                </a:cubicBezTo>
                <a:cubicBezTo>
                  <a:pt x="3847323" y="4451933"/>
                  <a:pt x="3879419" y="4421758"/>
                  <a:pt x="3886962" y="4390020"/>
                </a:cubicBezTo>
                <a:cubicBezTo>
                  <a:pt x="3843491" y="4439960"/>
                  <a:pt x="3884449" y="4387628"/>
                  <a:pt x="3880618" y="4374452"/>
                </a:cubicBezTo>
                <a:close/>
                <a:moveTo>
                  <a:pt x="3989301" y="4210561"/>
                </a:moveTo>
                <a:cubicBezTo>
                  <a:pt x="3986092" y="4210251"/>
                  <a:pt x="3981422" y="4210985"/>
                  <a:pt x="3974985" y="4213021"/>
                </a:cubicBezTo>
                <a:cubicBezTo>
                  <a:pt x="3987320" y="4227154"/>
                  <a:pt x="3940975" y="4254578"/>
                  <a:pt x="3945763" y="4279606"/>
                </a:cubicBezTo>
                <a:cubicBezTo>
                  <a:pt x="3961090" y="4266138"/>
                  <a:pt x="3974903" y="4251040"/>
                  <a:pt x="3986958" y="4234575"/>
                </a:cubicBezTo>
                <a:cubicBezTo>
                  <a:pt x="3995401" y="4221823"/>
                  <a:pt x="3998928" y="4211493"/>
                  <a:pt x="3989301" y="4210561"/>
                </a:cubicBezTo>
                <a:close/>
                <a:moveTo>
                  <a:pt x="4158332" y="4164758"/>
                </a:moveTo>
                <a:cubicBezTo>
                  <a:pt x="4152824" y="4199367"/>
                  <a:pt x="4132705" y="4236614"/>
                  <a:pt x="4107315" y="4273378"/>
                </a:cubicBezTo>
                <a:cubicBezTo>
                  <a:pt x="4081925" y="4310143"/>
                  <a:pt x="4052466" y="4346071"/>
                  <a:pt x="4029356" y="4381158"/>
                </a:cubicBezTo>
                <a:cubicBezTo>
                  <a:pt x="4034864" y="4360440"/>
                  <a:pt x="4061090" y="4311819"/>
                  <a:pt x="4087196" y="4264875"/>
                </a:cubicBezTo>
                <a:cubicBezTo>
                  <a:pt x="4113301" y="4217930"/>
                  <a:pt x="4139648" y="4172542"/>
                  <a:pt x="4158332" y="4164758"/>
                </a:cubicBezTo>
                <a:close/>
                <a:moveTo>
                  <a:pt x="4275456" y="4164637"/>
                </a:moveTo>
                <a:cubicBezTo>
                  <a:pt x="4289227" y="4171107"/>
                  <a:pt x="4276771" y="4212543"/>
                  <a:pt x="4263479" y="4236493"/>
                </a:cubicBezTo>
                <a:cubicBezTo>
                  <a:pt x="4250187" y="4260444"/>
                  <a:pt x="4239528" y="4268228"/>
                  <a:pt x="4259048" y="4210504"/>
                </a:cubicBezTo>
                <a:cubicBezTo>
                  <a:pt x="4268151" y="4181045"/>
                  <a:pt x="4276650" y="4198290"/>
                  <a:pt x="4275456" y="4164758"/>
                </a:cubicBezTo>
                <a:close/>
                <a:moveTo>
                  <a:pt x="3985760" y="4139730"/>
                </a:moveTo>
                <a:lnTo>
                  <a:pt x="3985760" y="4140087"/>
                </a:lnTo>
                <a:lnTo>
                  <a:pt x="3985721" y="4139803"/>
                </a:lnTo>
                <a:close/>
                <a:moveTo>
                  <a:pt x="3971869" y="4134821"/>
                </a:moveTo>
                <a:cubicBezTo>
                  <a:pt x="3946961" y="4137213"/>
                  <a:pt x="3934506" y="4169189"/>
                  <a:pt x="3933906" y="4185118"/>
                </a:cubicBezTo>
                <a:cubicBezTo>
                  <a:pt x="3933906" y="4192902"/>
                  <a:pt x="3936544" y="4197091"/>
                  <a:pt x="3943250" y="4190626"/>
                </a:cubicBezTo>
                <a:cubicBezTo>
                  <a:pt x="3948224" y="4185446"/>
                  <a:pt x="3952276" y="4179451"/>
                  <a:pt x="3955224" y="4172904"/>
                </a:cubicBezTo>
                <a:cubicBezTo>
                  <a:pt x="3961805" y="4160810"/>
                  <a:pt x="3967374" y="4148190"/>
                  <a:pt x="3971869" y="4135178"/>
                </a:cubicBezTo>
                <a:close/>
                <a:moveTo>
                  <a:pt x="4014025" y="4041531"/>
                </a:moveTo>
                <a:cubicBezTo>
                  <a:pt x="4018095" y="4049075"/>
                  <a:pt x="4016000" y="4062158"/>
                  <a:pt x="4011494" y="4075122"/>
                </a:cubicBezTo>
                <a:lnTo>
                  <a:pt x="4008151" y="4082822"/>
                </a:lnTo>
                <a:lnTo>
                  <a:pt x="4007918" y="4082605"/>
                </a:lnTo>
                <a:lnTo>
                  <a:pt x="4008024" y="4083114"/>
                </a:lnTo>
                <a:lnTo>
                  <a:pt x="4003398" y="4093770"/>
                </a:lnTo>
                <a:cubicBezTo>
                  <a:pt x="4000410" y="4099485"/>
                  <a:pt x="3997289" y="4104462"/>
                  <a:pt x="3994505" y="4107995"/>
                </a:cubicBezTo>
                <a:cubicBezTo>
                  <a:pt x="3989113" y="4115059"/>
                  <a:pt x="3985644" y="4116615"/>
                  <a:pt x="3987919" y="4107995"/>
                </a:cubicBezTo>
                <a:cubicBezTo>
                  <a:pt x="3990195" y="4099371"/>
                  <a:pt x="3998578" y="4078774"/>
                  <a:pt x="4014025" y="4041531"/>
                </a:cubicBezTo>
                <a:close/>
                <a:moveTo>
                  <a:pt x="4211894" y="4021951"/>
                </a:moveTo>
                <a:cubicBezTo>
                  <a:pt x="4213218" y="4024202"/>
                  <a:pt x="4208211" y="4036438"/>
                  <a:pt x="4201923" y="4050629"/>
                </a:cubicBezTo>
                <a:cubicBezTo>
                  <a:pt x="4193411" y="4066184"/>
                  <a:pt x="4186278" y="4082454"/>
                  <a:pt x="4180606" y="4099250"/>
                </a:cubicBezTo>
                <a:cubicBezTo>
                  <a:pt x="4159530" y="4102004"/>
                  <a:pt x="4200604" y="4048716"/>
                  <a:pt x="4179050" y="4051349"/>
                </a:cubicBezTo>
                <a:cubicBezTo>
                  <a:pt x="4183123" y="4025843"/>
                  <a:pt x="4202880" y="4044763"/>
                  <a:pt x="4208272" y="4023683"/>
                </a:cubicBezTo>
                <a:lnTo>
                  <a:pt x="4208272" y="4023326"/>
                </a:lnTo>
                <a:cubicBezTo>
                  <a:pt x="4210307" y="4021560"/>
                  <a:pt x="4211452" y="4021200"/>
                  <a:pt x="4211894" y="4021951"/>
                </a:cubicBezTo>
                <a:close/>
                <a:moveTo>
                  <a:pt x="4264435" y="3892431"/>
                </a:moveTo>
                <a:cubicBezTo>
                  <a:pt x="4268758" y="3900318"/>
                  <a:pt x="4276422" y="3905822"/>
                  <a:pt x="4285274" y="3907400"/>
                </a:cubicBezTo>
                <a:cubicBezTo>
                  <a:pt x="4270663" y="3928958"/>
                  <a:pt x="4285274" y="3922610"/>
                  <a:pt x="4280124" y="3954706"/>
                </a:cubicBezTo>
                <a:cubicBezTo>
                  <a:pt x="4273659" y="3955784"/>
                  <a:pt x="4273896" y="3948836"/>
                  <a:pt x="4274374" y="3941651"/>
                </a:cubicBezTo>
                <a:cubicBezTo>
                  <a:pt x="4267310" y="3940815"/>
                  <a:pt x="4266952" y="3955064"/>
                  <a:pt x="4263957" y="3963809"/>
                </a:cubicBezTo>
                <a:cubicBezTo>
                  <a:pt x="4254139" y="3972071"/>
                  <a:pt x="4257130" y="3959016"/>
                  <a:pt x="4261324" y="3941414"/>
                </a:cubicBezTo>
                <a:cubicBezTo>
                  <a:pt x="4265513" y="3923808"/>
                  <a:pt x="4269586" y="3901654"/>
                  <a:pt x="4264435" y="3892431"/>
                </a:cubicBezTo>
                <a:close/>
                <a:moveTo>
                  <a:pt x="4247701" y="3876278"/>
                </a:moveTo>
                <a:cubicBezTo>
                  <a:pt x="4248030" y="3879466"/>
                  <a:pt x="4247372" y="3885843"/>
                  <a:pt x="4246355" y="3893987"/>
                </a:cubicBezTo>
                <a:cubicBezTo>
                  <a:pt x="4243239" y="3911852"/>
                  <a:pt x="4242394" y="3930040"/>
                  <a:pt x="4243838" y="3948120"/>
                </a:cubicBezTo>
                <a:cubicBezTo>
                  <a:pt x="4236774" y="3946560"/>
                  <a:pt x="4240364" y="3933031"/>
                  <a:pt x="4239528" y="3924166"/>
                </a:cubicBezTo>
                <a:cubicBezTo>
                  <a:pt x="4232580" y="3923450"/>
                  <a:pt x="4232343" y="3937462"/>
                  <a:pt x="4229348" y="3945961"/>
                </a:cubicBezTo>
                <a:cubicBezTo>
                  <a:pt x="4219646" y="3957340"/>
                  <a:pt x="4222163" y="3943328"/>
                  <a:pt x="4227430" y="3925127"/>
                </a:cubicBezTo>
                <a:cubicBezTo>
                  <a:pt x="4231623" y="3908994"/>
                  <a:pt x="4236864" y="3893151"/>
                  <a:pt x="4243118" y="3877699"/>
                </a:cubicBezTo>
                <a:cubicBezTo>
                  <a:pt x="4246053" y="3873090"/>
                  <a:pt x="4247371" y="3873090"/>
                  <a:pt x="4247701" y="3876278"/>
                </a:cubicBezTo>
                <a:close/>
                <a:moveTo>
                  <a:pt x="4029593" y="3868480"/>
                </a:moveTo>
                <a:cubicBezTo>
                  <a:pt x="4029593" y="3875786"/>
                  <a:pt x="4028756" y="3883570"/>
                  <a:pt x="4028037" y="3891233"/>
                </a:cubicBezTo>
                <a:lnTo>
                  <a:pt x="4025162" y="3914106"/>
                </a:lnTo>
                <a:cubicBezTo>
                  <a:pt x="4023050" y="3926092"/>
                  <a:pt x="4023830" y="3938410"/>
                  <a:pt x="4027438" y="3950034"/>
                </a:cubicBezTo>
                <a:cubicBezTo>
                  <a:pt x="4012710" y="3933626"/>
                  <a:pt x="4013788" y="3948478"/>
                  <a:pt x="3993186" y="3932669"/>
                </a:cubicBezTo>
                <a:cubicBezTo>
                  <a:pt x="4021330" y="3970032"/>
                  <a:pt x="4009357" y="4003926"/>
                  <a:pt x="3995462" y="4035902"/>
                </a:cubicBezTo>
                <a:cubicBezTo>
                  <a:pt x="3988518" y="4051888"/>
                  <a:pt x="3981303" y="4067904"/>
                  <a:pt x="3978217" y="4084941"/>
                </a:cubicBezTo>
                <a:lnTo>
                  <a:pt x="3985721" y="4139803"/>
                </a:lnTo>
                <a:lnTo>
                  <a:pt x="3901930" y="4293019"/>
                </a:lnTo>
                <a:cubicBezTo>
                  <a:pt x="3894539" y="4289433"/>
                  <a:pt x="3889229" y="4282619"/>
                  <a:pt x="3887561" y="4274576"/>
                </a:cubicBezTo>
                <a:cubicBezTo>
                  <a:pt x="3873825" y="4290502"/>
                  <a:pt x="3862671" y="4308483"/>
                  <a:pt x="3854508" y="4327870"/>
                </a:cubicBezTo>
                <a:cubicBezTo>
                  <a:pt x="3848780" y="4343825"/>
                  <a:pt x="3837112" y="4356953"/>
                  <a:pt x="3821933" y="4364513"/>
                </a:cubicBezTo>
                <a:cubicBezTo>
                  <a:pt x="3828402" y="4370142"/>
                  <a:pt x="3841216" y="4373853"/>
                  <a:pt x="3834751" y="4383912"/>
                </a:cubicBezTo>
                <a:cubicBezTo>
                  <a:pt x="3779540" y="4425469"/>
                  <a:pt x="3744452" y="4453971"/>
                  <a:pt x="3749960" y="4487382"/>
                </a:cubicBezTo>
                <a:cubicBezTo>
                  <a:pt x="3782414" y="4455648"/>
                  <a:pt x="3807205" y="4429301"/>
                  <a:pt x="3827924" y="4405708"/>
                </a:cubicBezTo>
                <a:cubicBezTo>
                  <a:pt x="3848642" y="4382119"/>
                  <a:pt x="3865886" y="4361759"/>
                  <a:pt x="3881695" y="4341399"/>
                </a:cubicBezTo>
                <a:cubicBezTo>
                  <a:pt x="3889837" y="4331339"/>
                  <a:pt x="3897263" y="4321043"/>
                  <a:pt x="3904926" y="4310505"/>
                </a:cubicBezTo>
                <a:cubicBezTo>
                  <a:pt x="3912594" y="4299967"/>
                  <a:pt x="3920136" y="4288946"/>
                  <a:pt x="3927799" y="4277089"/>
                </a:cubicBezTo>
                <a:cubicBezTo>
                  <a:pt x="3945953" y="4249604"/>
                  <a:pt x="3962508" y="4221094"/>
                  <a:pt x="3977377" y="4191704"/>
                </a:cubicBezTo>
                <a:cubicBezTo>
                  <a:pt x="3985570" y="4194842"/>
                  <a:pt x="3994707" y="4194363"/>
                  <a:pt x="4002530" y="4190385"/>
                </a:cubicBezTo>
                <a:cubicBezTo>
                  <a:pt x="4026780" y="4149969"/>
                  <a:pt x="4019235" y="4128211"/>
                  <a:pt x="4012785" y="4105863"/>
                </a:cubicBezTo>
                <a:lnTo>
                  <a:pt x="4008024" y="4083114"/>
                </a:lnTo>
                <a:lnTo>
                  <a:pt x="4008151" y="4082822"/>
                </a:lnTo>
                <a:lnTo>
                  <a:pt x="4025403" y="4098893"/>
                </a:lnTo>
                <a:cubicBezTo>
                  <a:pt x="4030791" y="4062964"/>
                  <a:pt x="4040372" y="4023683"/>
                  <a:pt x="4043126" y="3985242"/>
                </a:cubicBezTo>
                <a:cubicBezTo>
                  <a:pt x="4029713" y="3974105"/>
                  <a:pt x="4026597" y="3987040"/>
                  <a:pt x="4024205" y="4001888"/>
                </a:cubicBezTo>
                <a:cubicBezTo>
                  <a:pt x="4021809" y="4016740"/>
                  <a:pt x="4018934" y="4033264"/>
                  <a:pt x="4009236" y="4029674"/>
                </a:cubicBezTo>
                <a:cubicBezTo>
                  <a:pt x="4017499" y="3994466"/>
                  <a:pt x="4028756" y="3965365"/>
                  <a:pt x="4035821" y="3939375"/>
                </a:cubicBezTo>
                <a:cubicBezTo>
                  <a:pt x="4042889" y="3913391"/>
                  <a:pt x="4044083" y="3890397"/>
                  <a:pt x="4029593" y="3868480"/>
                </a:cubicBezTo>
                <a:close/>
                <a:moveTo>
                  <a:pt x="4006758" y="3848445"/>
                </a:moveTo>
                <a:cubicBezTo>
                  <a:pt x="4005244" y="3848771"/>
                  <a:pt x="4003515" y="3850604"/>
                  <a:pt x="4001569" y="3854348"/>
                </a:cubicBezTo>
                <a:lnTo>
                  <a:pt x="4001091" y="3854469"/>
                </a:lnTo>
                <a:cubicBezTo>
                  <a:pt x="4008754" y="3853632"/>
                  <a:pt x="4003724" y="3868480"/>
                  <a:pt x="3999655" y="3884889"/>
                </a:cubicBezTo>
                <a:cubicBezTo>
                  <a:pt x="3995582" y="3901292"/>
                  <a:pt x="3990794" y="3918899"/>
                  <a:pt x="4001931" y="3924885"/>
                </a:cubicBezTo>
                <a:cubicBezTo>
                  <a:pt x="4009594" y="3921174"/>
                  <a:pt x="4015581" y="3895905"/>
                  <a:pt x="4014624" y="3875428"/>
                </a:cubicBezTo>
                <a:cubicBezTo>
                  <a:pt x="4014146" y="3865188"/>
                  <a:pt x="4012827" y="3856175"/>
                  <a:pt x="4010654" y="3851594"/>
                </a:cubicBezTo>
                <a:cubicBezTo>
                  <a:pt x="4009570" y="3849303"/>
                  <a:pt x="4008272" y="3848120"/>
                  <a:pt x="4006758" y="3848445"/>
                </a:cubicBezTo>
                <a:close/>
                <a:moveTo>
                  <a:pt x="4443938" y="3827699"/>
                </a:moveTo>
                <a:lnTo>
                  <a:pt x="4443951" y="3827764"/>
                </a:lnTo>
                <a:lnTo>
                  <a:pt x="4443951" y="3827885"/>
                </a:lnTo>
                <a:close/>
                <a:moveTo>
                  <a:pt x="4037738" y="3789202"/>
                </a:moveTo>
                <a:cubicBezTo>
                  <a:pt x="4037553" y="3812476"/>
                  <a:pt x="4035226" y="3835690"/>
                  <a:pt x="4030791" y="3858542"/>
                </a:cubicBezTo>
                <a:lnTo>
                  <a:pt x="4030791" y="3858662"/>
                </a:lnTo>
                <a:cubicBezTo>
                  <a:pt x="4042768" y="3866683"/>
                  <a:pt x="4047914" y="3850159"/>
                  <a:pt x="4048156" y="3831117"/>
                </a:cubicBezTo>
                <a:cubicBezTo>
                  <a:pt x="4048397" y="3812076"/>
                  <a:pt x="4043126" y="3790879"/>
                  <a:pt x="4037738" y="3789202"/>
                </a:cubicBezTo>
                <a:close/>
                <a:moveTo>
                  <a:pt x="4232223" y="3728845"/>
                </a:moveTo>
                <a:cubicBezTo>
                  <a:pt x="4243183" y="3750163"/>
                  <a:pt x="4249588" y="3773536"/>
                  <a:pt x="4251023" y="3797465"/>
                </a:cubicBezTo>
                <a:cubicBezTo>
                  <a:pt x="4253061" y="3826445"/>
                  <a:pt x="4245872" y="3853033"/>
                  <a:pt x="4222163" y="3851956"/>
                </a:cubicBezTo>
                <a:cubicBezTo>
                  <a:pt x="4232701" y="3818062"/>
                  <a:pt x="4233421" y="3772437"/>
                  <a:pt x="4232223" y="3728845"/>
                </a:cubicBezTo>
                <a:close/>
                <a:moveTo>
                  <a:pt x="4202880" y="3727526"/>
                </a:moveTo>
                <a:cubicBezTo>
                  <a:pt x="4221922" y="3739504"/>
                  <a:pt x="4211741" y="3797465"/>
                  <a:pt x="4215814" y="3828479"/>
                </a:cubicBezTo>
                <a:cubicBezTo>
                  <a:pt x="4196053" y="3795189"/>
                  <a:pt x="4201682" y="3753873"/>
                  <a:pt x="4202880" y="3727526"/>
                </a:cubicBezTo>
                <a:close/>
                <a:moveTo>
                  <a:pt x="3995972" y="3711212"/>
                </a:moveTo>
                <a:cubicBezTo>
                  <a:pt x="3995074" y="3712019"/>
                  <a:pt x="3994175" y="3714086"/>
                  <a:pt x="3993307" y="3717708"/>
                </a:cubicBezTo>
                <a:lnTo>
                  <a:pt x="3993664" y="3717708"/>
                </a:lnTo>
                <a:cubicBezTo>
                  <a:pt x="3999892" y="3742973"/>
                  <a:pt x="4002168" y="3766329"/>
                  <a:pt x="3976420" y="3754593"/>
                </a:cubicBezTo>
                <a:cubicBezTo>
                  <a:pt x="3979295" y="3769083"/>
                  <a:pt x="3976420" y="3789802"/>
                  <a:pt x="3987079" y="3793870"/>
                </a:cubicBezTo>
                <a:cubicBezTo>
                  <a:pt x="3987079" y="3782612"/>
                  <a:pt x="3983726" y="3766329"/>
                  <a:pt x="3992229" y="3765489"/>
                </a:cubicBezTo>
                <a:cubicBezTo>
                  <a:pt x="3993626" y="3772794"/>
                  <a:pt x="4000569" y="3777673"/>
                  <a:pt x="4007918" y="3776505"/>
                </a:cubicBezTo>
                <a:cubicBezTo>
                  <a:pt x="4006840" y="3768243"/>
                  <a:pt x="4005763" y="3746210"/>
                  <a:pt x="4003246" y="3729923"/>
                </a:cubicBezTo>
                <a:cubicBezTo>
                  <a:pt x="4001991" y="3721777"/>
                  <a:pt x="4000371" y="3715101"/>
                  <a:pt x="3998638" y="3712273"/>
                </a:cubicBezTo>
                <a:cubicBezTo>
                  <a:pt x="3997770" y="3710857"/>
                  <a:pt x="3996871" y="3710405"/>
                  <a:pt x="3995972" y="3711212"/>
                </a:cubicBezTo>
                <a:close/>
                <a:moveTo>
                  <a:pt x="4132106" y="3703214"/>
                </a:moveTo>
                <a:cubicBezTo>
                  <a:pt x="4128033" y="3731599"/>
                  <a:pt x="4140368" y="3782134"/>
                  <a:pt x="4145997" y="3825609"/>
                </a:cubicBezTo>
                <a:cubicBezTo>
                  <a:pt x="4148635" y="3843646"/>
                  <a:pt x="4149794" y="3861869"/>
                  <a:pt x="4149471" y="3880096"/>
                </a:cubicBezTo>
                <a:cubicBezTo>
                  <a:pt x="4148393" y="3893388"/>
                  <a:pt x="4145398" y="3900094"/>
                  <a:pt x="4138450" y="3896142"/>
                </a:cubicBezTo>
                <a:cubicBezTo>
                  <a:pt x="4141394" y="3940354"/>
                  <a:pt x="4137717" y="3984751"/>
                  <a:pt x="4127554" y="4027877"/>
                </a:cubicBezTo>
                <a:cubicBezTo>
                  <a:pt x="4118111" y="4067262"/>
                  <a:pt x="4104380" y="4105496"/>
                  <a:pt x="4086597" y="4141885"/>
                </a:cubicBezTo>
                <a:cubicBezTo>
                  <a:pt x="4058133" y="4197363"/>
                  <a:pt x="4024408" y="4249979"/>
                  <a:pt x="3985881" y="4299006"/>
                </a:cubicBezTo>
                <a:cubicBezTo>
                  <a:pt x="4035221" y="4265474"/>
                  <a:pt x="3963128" y="4319965"/>
                  <a:pt x="3969356" y="4338645"/>
                </a:cubicBezTo>
                <a:cubicBezTo>
                  <a:pt x="3974507" y="4321879"/>
                  <a:pt x="4007797" y="4305113"/>
                  <a:pt x="3994384" y="4326671"/>
                </a:cubicBezTo>
                <a:cubicBezTo>
                  <a:pt x="3955806" y="4360233"/>
                  <a:pt x="3919140" y="4395937"/>
                  <a:pt x="3884566" y="4433611"/>
                </a:cubicBezTo>
                <a:cubicBezTo>
                  <a:pt x="3855706" y="4465828"/>
                  <a:pt x="3832712" y="4495528"/>
                  <a:pt x="3810796" y="4523910"/>
                </a:cubicBezTo>
                <a:cubicBezTo>
                  <a:pt x="3766847" y="4580077"/>
                  <a:pt x="3726010" y="4631690"/>
                  <a:pt x="3647689" y="4665941"/>
                </a:cubicBezTo>
                <a:cubicBezTo>
                  <a:pt x="3642538" y="4695641"/>
                  <a:pt x="3619186" y="4711567"/>
                  <a:pt x="3595473" y="4725820"/>
                </a:cubicBezTo>
                <a:cubicBezTo>
                  <a:pt x="3571763" y="4740073"/>
                  <a:pt x="3547572" y="4752167"/>
                  <a:pt x="3536792" y="4777195"/>
                </a:cubicBezTo>
                <a:cubicBezTo>
                  <a:pt x="3556312" y="4760308"/>
                  <a:pt x="3572720" y="4753244"/>
                  <a:pt x="3583138" y="4761386"/>
                </a:cubicBezTo>
                <a:cubicBezTo>
                  <a:pt x="3577030" y="4767971"/>
                  <a:pt x="3565057" y="4774919"/>
                  <a:pt x="3569367" y="4780669"/>
                </a:cubicBezTo>
                <a:cubicBezTo>
                  <a:pt x="3612838" y="4746297"/>
                  <a:pt x="3677746" y="4682944"/>
                  <a:pt x="3728522" y="4633008"/>
                </a:cubicBezTo>
                <a:cubicBezTo>
                  <a:pt x="3779303" y="4583073"/>
                  <a:pt x="3819657" y="4546662"/>
                  <a:pt x="3830678" y="4574207"/>
                </a:cubicBezTo>
                <a:cubicBezTo>
                  <a:pt x="3861692" y="4560794"/>
                  <a:pt x="3882053" y="4536365"/>
                  <a:pt x="3900974" y="4505704"/>
                </a:cubicBezTo>
                <a:cubicBezTo>
                  <a:pt x="3919895" y="4475047"/>
                  <a:pt x="3937738" y="4438283"/>
                  <a:pt x="3964326" y="4397325"/>
                </a:cubicBezTo>
                <a:cubicBezTo>
                  <a:pt x="3995940" y="4348467"/>
                  <a:pt x="4045160" y="4285351"/>
                  <a:pt x="4078093" y="4226792"/>
                </a:cubicBezTo>
                <a:cubicBezTo>
                  <a:pt x="4111026" y="4168232"/>
                  <a:pt x="4130550" y="4117214"/>
                  <a:pt x="4117137" y="4104638"/>
                </a:cubicBezTo>
                <a:cubicBezTo>
                  <a:pt x="4129472" y="4087993"/>
                  <a:pt x="4154022" y="4070628"/>
                  <a:pt x="4124081" y="4083562"/>
                </a:cubicBezTo>
                <a:cubicBezTo>
                  <a:pt x="4144501" y="4018981"/>
                  <a:pt x="4156574" y="3952055"/>
                  <a:pt x="4160009" y="3884406"/>
                </a:cubicBezTo>
                <a:cubicBezTo>
                  <a:pt x="4163935" y="3822704"/>
                  <a:pt x="4154414" y="3760881"/>
                  <a:pt x="4132106" y="3703214"/>
                </a:cubicBezTo>
                <a:close/>
                <a:moveTo>
                  <a:pt x="3980972" y="3622022"/>
                </a:moveTo>
                <a:lnTo>
                  <a:pt x="3980493" y="3622139"/>
                </a:lnTo>
                <a:cubicBezTo>
                  <a:pt x="3958340" y="3621302"/>
                  <a:pt x="3966960" y="3660700"/>
                  <a:pt x="3976662" y="3670044"/>
                </a:cubicBezTo>
                <a:lnTo>
                  <a:pt x="3999177" y="3670044"/>
                </a:lnTo>
                <a:cubicBezTo>
                  <a:pt x="3997617" y="3646693"/>
                  <a:pt x="3981329" y="3649085"/>
                  <a:pt x="3980972" y="3622022"/>
                </a:cubicBezTo>
                <a:close/>
                <a:moveTo>
                  <a:pt x="4114262" y="3608967"/>
                </a:moveTo>
                <a:cubicBezTo>
                  <a:pt x="4122645" y="3638667"/>
                  <a:pt x="4122645" y="3680819"/>
                  <a:pt x="4143963" y="3682737"/>
                </a:cubicBezTo>
                <a:cubicBezTo>
                  <a:pt x="4139648" y="3648848"/>
                  <a:pt x="4132106" y="3618186"/>
                  <a:pt x="4114262" y="3608967"/>
                </a:cubicBezTo>
                <a:close/>
                <a:moveTo>
                  <a:pt x="4008396" y="3582021"/>
                </a:moveTo>
                <a:cubicBezTo>
                  <a:pt x="4018335" y="3638904"/>
                  <a:pt x="4027080" y="3634474"/>
                  <a:pt x="4000733" y="3641064"/>
                </a:cubicBezTo>
                <a:lnTo>
                  <a:pt x="4000733" y="3641180"/>
                </a:lnTo>
                <a:cubicBezTo>
                  <a:pt x="4021671" y="3683845"/>
                  <a:pt x="4031631" y="3731056"/>
                  <a:pt x="4029713" y="3778544"/>
                </a:cubicBezTo>
                <a:cubicBezTo>
                  <a:pt x="4045639" y="3759623"/>
                  <a:pt x="4047914" y="3725371"/>
                  <a:pt x="4041686" y="3688724"/>
                </a:cubicBezTo>
                <a:cubicBezTo>
                  <a:pt x="4034351" y="3652093"/>
                  <a:pt x="4023192" y="3616329"/>
                  <a:pt x="4008396" y="3582021"/>
                </a:cubicBezTo>
                <a:close/>
                <a:moveTo>
                  <a:pt x="3927441" y="3567173"/>
                </a:moveTo>
                <a:cubicBezTo>
                  <a:pt x="3937023" y="3583340"/>
                  <a:pt x="3934268" y="3621901"/>
                  <a:pt x="3951392" y="3622738"/>
                </a:cubicBezTo>
                <a:cubicBezTo>
                  <a:pt x="3947440" y="3605015"/>
                  <a:pt x="3974744" y="3615432"/>
                  <a:pt x="3966240" y="3593637"/>
                </a:cubicBezTo>
                <a:cubicBezTo>
                  <a:pt x="3949715" y="3591482"/>
                  <a:pt x="3943488" y="3568850"/>
                  <a:pt x="3927441" y="3567173"/>
                </a:cubicBezTo>
                <a:close/>
                <a:moveTo>
                  <a:pt x="4392097" y="3523940"/>
                </a:moveTo>
                <a:cubicBezTo>
                  <a:pt x="4412475" y="3565061"/>
                  <a:pt x="4425448" y="3609450"/>
                  <a:pt x="4430418" y="3655075"/>
                </a:cubicBezTo>
                <a:lnTo>
                  <a:pt x="4443938" y="3827699"/>
                </a:lnTo>
                <a:lnTo>
                  <a:pt x="4428026" y="3759382"/>
                </a:lnTo>
                <a:cubicBezTo>
                  <a:pt x="4424789" y="3735431"/>
                  <a:pt x="4423233" y="3709325"/>
                  <a:pt x="4421436" y="3682978"/>
                </a:cubicBezTo>
                <a:cubicBezTo>
                  <a:pt x="4417367" y="3630284"/>
                  <a:pt x="4412579" y="3574237"/>
                  <a:pt x="4392097" y="3523940"/>
                </a:cubicBezTo>
                <a:close/>
                <a:moveTo>
                  <a:pt x="4265155" y="3508971"/>
                </a:moveTo>
                <a:cubicBezTo>
                  <a:pt x="4301083" y="3549330"/>
                  <a:pt x="4310664" y="3596154"/>
                  <a:pt x="4313056" y="3645374"/>
                </a:cubicBezTo>
                <a:cubicBezTo>
                  <a:pt x="4315457" y="3694594"/>
                  <a:pt x="4311380" y="3746689"/>
                  <a:pt x="4318086" y="3803930"/>
                </a:cubicBezTo>
                <a:cubicBezTo>
                  <a:pt x="4307372" y="3758063"/>
                  <a:pt x="4299691" y="3711536"/>
                  <a:pt x="4295092" y="3664652"/>
                </a:cubicBezTo>
                <a:cubicBezTo>
                  <a:pt x="4290373" y="3611885"/>
                  <a:pt x="4280344" y="3559726"/>
                  <a:pt x="4265155" y="3508971"/>
                </a:cubicBezTo>
                <a:close/>
                <a:moveTo>
                  <a:pt x="3908003" y="3434813"/>
                </a:moveTo>
                <a:lnTo>
                  <a:pt x="3903267" y="3444614"/>
                </a:lnTo>
                <a:lnTo>
                  <a:pt x="3902469" y="3445213"/>
                </a:lnTo>
                <a:lnTo>
                  <a:pt x="3902952" y="3447489"/>
                </a:lnTo>
                <a:cubicBezTo>
                  <a:pt x="3908939" y="3469931"/>
                  <a:pt x="3918399" y="3495136"/>
                  <a:pt x="3935225" y="3518190"/>
                </a:cubicBezTo>
                <a:cubicBezTo>
                  <a:pt x="3925166" y="3516393"/>
                  <a:pt x="3918097" y="3547770"/>
                  <a:pt x="3936781" y="3547291"/>
                </a:cubicBezTo>
                <a:lnTo>
                  <a:pt x="3937729" y="3542481"/>
                </a:lnTo>
                <a:lnTo>
                  <a:pt x="3937535" y="3542636"/>
                </a:lnTo>
                <a:lnTo>
                  <a:pt x="3937807" y="3542093"/>
                </a:lnTo>
                <a:lnTo>
                  <a:pt x="3942651" y="3517475"/>
                </a:lnTo>
                <a:cubicBezTo>
                  <a:pt x="3944444" y="3522741"/>
                  <a:pt x="3952470" y="3527771"/>
                  <a:pt x="3950194" y="3516634"/>
                </a:cubicBezTo>
                <a:cubicBezTo>
                  <a:pt x="3934268" y="3508251"/>
                  <a:pt x="3928041" y="3477237"/>
                  <a:pt x="3915464" y="3460708"/>
                </a:cubicBezTo>
                <a:close/>
                <a:moveTo>
                  <a:pt x="4211983" y="3417479"/>
                </a:moveTo>
                <a:cubicBezTo>
                  <a:pt x="4214496" y="3426461"/>
                  <a:pt x="4219409" y="3437356"/>
                  <a:pt x="4221922" y="3446459"/>
                </a:cubicBezTo>
                <a:lnTo>
                  <a:pt x="4221874" y="3447170"/>
                </a:lnTo>
                <a:close/>
                <a:moveTo>
                  <a:pt x="3899051" y="3403743"/>
                </a:moveTo>
                <a:lnTo>
                  <a:pt x="3894108" y="3405678"/>
                </a:lnTo>
                <a:lnTo>
                  <a:pt x="3897668" y="3422517"/>
                </a:lnTo>
                <a:lnTo>
                  <a:pt x="3903336" y="3418616"/>
                </a:lnTo>
                <a:close/>
                <a:moveTo>
                  <a:pt x="3884346" y="3360255"/>
                </a:moveTo>
                <a:lnTo>
                  <a:pt x="3886557" y="3370478"/>
                </a:lnTo>
                <a:lnTo>
                  <a:pt x="3887401" y="3367496"/>
                </a:lnTo>
                <a:close/>
                <a:moveTo>
                  <a:pt x="4116666" y="3335655"/>
                </a:moveTo>
                <a:cubicBezTo>
                  <a:pt x="4126125" y="3339303"/>
                  <a:pt x="4132164" y="3356459"/>
                  <a:pt x="4143122" y="3354484"/>
                </a:cubicBezTo>
                <a:cubicBezTo>
                  <a:pt x="4163120" y="3395679"/>
                  <a:pt x="4143122" y="3401307"/>
                  <a:pt x="4157134" y="3436878"/>
                </a:cubicBezTo>
                <a:cubicBezTo>
                  <a:pt x="4137015" y="3414121"/>
                  <a:pt x="4121568" y="3375443"/>
                  <a:pt x="4105759" y="3337959"/>
                </a:cubicBezTo>
                <a:lnTo>
                  <a:pt x="4105759" y="3337718"/>
                </a:lnTo>
                <a:cubicBezTo>
                  <a:pt x="4109980" y="3334723"/>
                  <a:pt x="4113513" y="3334439"/>
                  <a:pt x="4116666" y="3335655"/>
                </a:cubicBezTo>
                <a:close/>
                <a:moveTo>
                  <a:pt x="4324280" y="3293558"/>
                </a:moveTo>
                <a:lnTo>
                  <a:pt x="4359764" y="3372685"/>
                </a:lnTo>
                <a:cubicBezTo>
                  <a:pt x="4365992" y="3389093"/>
                  <a:pt x="4372698" y="3406816"/>
                  <a:pt x="4379404" y="3425741"/>
                </a:cubicBezTo>
                <a:cubicBezTo>
                  <a:pt x="4386111" y="3444662"/>
                  <a:pt x="4391378" y="3464419"/>
                  <a:pt x="4397606" y="3485020"/>
                </a:cubicBezTo>
                <a:cubicBezTo>
                  <a:pt x="4385033" y="3472323"/>
                  <a:pt x="4372336" y="3439632"/>
                  <a:pt x="4357126" y="3402269"/>
                </a:cubicBezTo>
                <a:close/>
                <a:moveTo>
                  <a:pt x="4323836" y="3292092"/>
                </a:moveTo>
                <a:lnTo>
                  <a:pt x="4324280" y="3293558"/>
                </a:lnTo>
                <a:lnTo>
                  <a:pt x="4323836" y="3292571"/>
                </a:lnTo>
                <a:close/>
                <a:moveTo>
                  <a:pt x="4203600" y="3264905"/>
                </a:moveTo>
                <a:lnTo>
                  <a:pt x="4203721" y="3265025"/>
                </a:lnTo>
                <a:lnTo>
                  <a:pt x="4203703" y="3265077"/>
                </a:lnTo>
                <a:close/>
                <a:moveTo>
                  <a:pt x="4094380" y="3238321"/>
                </a:moveTo>
                <a:cubicBezTo>
                  <a:pt x="4092036" y="3241325"/>
                  <a:pt x="4090027" y="3244579"/>
                  <a:pt x="4088394" y="3248018"/>
                </a:cubicBezTo>
                <a:cubicBezTo>
                  <a:pt x="4087196" y="3250294"/>
                  <a:pt x="4085877" y="3252932"/>
                  <a:pt x="4084562" y="3255923"/>
                </a:cubicBezTo>
                <a:cubicBezTo>
                  <a:pt x="4084562" y="3256884"/>
                  <a:pt x="4083722" y="3256884"/>
                  <a:pt x="4083605" y="3258798"/>
                </a:cubicBezTo>
                <a:cubicBezTo>
                  <a:pt x="4083485" y="3260715"/>
                  <a:pt x="4083605" y="3264069"/>
                  <a:pt x="4083605" y="3266461"/>
                </a:cubicBezTo>
                <a:lnTo>
                  <a:pt x="4084562" y="3280951"/>
                </a:lnTo>
                <a:cubicBezTo>
                  <a:pt x="4083963" y="3277240"/>
                  <a:pt x="4082045" y="3271490"/>
                  <a:pt x="4080132" y="3264185"/>
                </a:cubicBezTo>
                <a:cubicBezTo>
                  <a:pt x="4080132" y="3262629"/>
                  <a:pt x="4079054" y="3259754"/>
                  <a:pt x="4078813" y="3258918"/>
                </a:cubicBezTo>
                <a:lnTo>
                  <a:pt x="4078093" y="3257362"/>
                </a:lnTo>
                <a:cubicBezTo>
                  <a:pt x="4077675" y="3256354"/>
                  <a:pt x="4077153" y="3255388"/>
                  <a:pt x="4076537" y="3254488"/>
                </a:cubicBezTo>
                <a:cubicBezTo>
                  <a:pt x="4074141" y="3251134"/>
                  <a:pt x="4071387" y="3250057"/>
                  <a:pt x="4070072" y="3256763"/>
                </a:cubicBezTo>
                <a:lnTo>
                  <a:pt x="4071628" y="3260953"/>
                </a:lnTo>
                <a:lnTo>
                  <a:pt x="4073184" y="3267538"/>
                </a:lnTo>
                <a:cubicBezTo>
                  <a:pt x="4073783" y="3269698"/>
                  <a:pt x="4074503" y="3271611"/>
                  <a:pt x="4075222" y="3273650"/>
                </a:cubicBezTo>
                <a:cubicBezTo>
                  <a:pt x="4077856" y="3281671"/>
                  <a:pt x="4080847" y="3289217"/>
                  <a:pt x="4083605" y="3296639"/>
                </a:cubicBezTo>
                <a:cubicBezTo>
                  <a:pt x="4089114" y="3311371"/>
                  <a:pt x="4094143" y="3325141"/>
                  <a:pt x="4098453" y="3338196"/>
                </a:cubicBezTo>
                <a:cubicBezTo>
                  <a:pt x="4107315" y="3364065"/>
                  <a:pt x="4114620" y="3386697"/>
                  <a:pt x="4122404" y="3407535"/>
                </a:cubicBezTo>
                <a:cubicBezTo>
                  <a:pt x="4137498" y="3450222"/>
                  <a:pt x="4158586" y="3490546"/>
                  <a:pt x="4185037" y="3527293"/>
                </a:cubicBezTo>
                <a:cubicBezTo>
                  <a:pt x="4186834" y="3505618"/>
                  <a:pt x="4177016" y="3477116"/>
                  <a:pt x="4170667" y="3456635"/>
                </a:cubicBezTo>
                <a:cubicBezTo>
                  <a:pt x="4164319" y="3436158"/>
                  <a:pt x="4161444" y="3423944"/>
                  <a:pt x="4178930" y="3434124"/>
                </a:cubicBezTo>
                <a:cubicBezTo>
                  <a:pt x="4160366" y="3396157"/>
                  <a:pt x="4149949" y="3324784"/>
                  <a:pt x="4125998" y="3308858"/>
                </a:cubicBezTo>
                <a:cubicBezTo>
                  <a:pt x="4130429" y="3322986"/>
                  <a:pt x="4133541" y="3336520"/>
                  <a:pt x="4119891" y="3334964"/>
                </a:cubicBezTo>
                <a:cubicBezTo>
                  <a:pt x="4114978" y="3309216"/>
                  <a:pt x="4107315" y="3283227"/>
                  <a:pt x="4103005" y="3259875"/>
                </a:cubicBezTo>
                <a:lnTo>
                  <a:pt x="4102406" y="3254966"/>
                </a:lnTo>
                <a:cubicBezTo>
                  <a:pt x="4102371" y="3254406"/>
                  <a:pt x="4102371" y="3253845"/>
                  <a:pt x="4102406" y="3253289"/>
                </a:cubicBezTo>
                <a:lnTo>
                  <a:pt x="4102406" y="3249695"/>
                </a:lnTo>
                <a:cubicBezTo>
                  <a:pt x="4102406" y="3248018"/>
                  <a:pt x="4102406" y="3246462"/>
                  <a:pt x="4102406" y="3245027"/>
                </a:cubicBezTo>
                <a:cubicBezTo>
                  <a:pt x="4102302" y="3242747"/>
                  <a:pt x="4101897" y="3240493"/>
                  <a:pt x="4101207" y="3238321"/>
                </a:cubicBezTo>
                <a:cubicBezTo>
                  <a:pt x="4099889" y="3235084"/>
                  <a:pt x="4097734" y="3234726"/>
                  <a:pt x="4094380" y="3238321"/>
                </a:cubicBezTo>
                <a:close/>
                <a:moveTo>
                  <a:pt x="4250303" y="3184549"/>
                </a:moveTo>
                <a:cubicBezTo>
                  <a:pt x="4253656" y="3189458"/>
                  <a:pt x="4255453" y="3195087"/>
                  <a:pt x="4258807" y="3199759"/>
                </a:cubicBezTo>
                <a:cubicBezTo>
                  <a:pt x="4260328" y="3202138"/>
                  <a:pt x="4261686" y="3204621"/>
                  <a:pt x="4262880" y="3207181"/>
                </a:cubicBezTo>
                <a:lnTo>
                  <a:pt x="4263836" y="3208978"/>
                </a:lnTo>
                <a:lnTo>
                  <a:pt x="4263836" y="3209935"/>
                </a:lnTo>
                <a:lnTo>
                  <a:pt x="4265155" y="3215443"/>
                </a:lnTo>
                <a:cubicBezTo>
                  <a:pt x="4267190" y="3222749"/>
                  <a:pt x="4269707" y="3228619"/>
                  <a:pt x="4272219" y="3235205"/>
                </a:cubicBezTo>
                <a:cubicBezTo>
                  <a:pt x="4294377" y="3286222"/>
                  <a:pt x="4312457" y="3338317"/>
                  <a:pt x="4331262" y="3388972"/>
                </a:cubicBezTo>
                <a:lnTo>
                  <a:pt x="4344912" y="3426698"/>
                </a:lnTo>
                <a:cubicBezTo>
                  <a:pt x="4348864" y="3438671"/>
                  <a:pt x="4352816" y="3451484"/>
                  <a:pt x="4356889" y="3463699"/>
                </a:cubicBezTo>
                <a:cubicBezTo>
                  <a:pt x="4364195" y="3487654"/>
                  <a:pt x="4370302" y="3511604"/>
                  <a:pt x="4376288" y="3534719"/>
                </a:cubicBezTo>
                <a:cubicBezTo>
                  <a:pt x="4387068" y="3581185"/>
                  <a:pt x="4395571" y="3623936"/>
                  <a:pt x="4403476" y="3662618"/>
                </a:cubicBezTo>
                <a:lnTo>
                  <a:pt x="4403476" y="3663096"/>
                </a:lnTo>
                <a:cubicBezTo>
                  <a:pt x="4389942" y="3626091"/>
                  <a:pt x="4377728" y="3582021"/>
                  <a:pt x="4363354" y="3533641"/>
                </a:cubicBezTo>
                <a:cubicBezTo>
                  <a:pt x="4348985" y="3485257"/>
                  <a:pt x="4333654" y="3432326"/>
                  <a:pt x="4313656" y="3378676"/>
                </a:cubicBezTo>
                <a:lnTo>
                  <a:pt x="4286709" y="3297600"/>
                </a:lnTo>
                <a:cubicBezTo>
                  <a:pt x="4278210" y="3271012"/>
                  <a:pt x="4266832" y="3245385"/>
                  <a:pt x="4259406" y="3220115"/>
                </a:cubicBezTo>
                <a:lnTo>
                  <a:pt x="4257251" y="3209340"/>
                </a:lnTo>
                <a:lnTo>
                  <a:pt x="4256415" y="3205504"/>
                </a:lnTo>
                <a:cubicBezTo>
                  <a:pt x="4255837" y="3203030"/>
                  <a:pt x="4255117" y="3200591"/>
                  <a:pt x="4254255" y="3198199"/>
                </a:cubicBezTo>
                <a:cubicBezTo>
                  <a:pt x="4253242" y="3193570"/>
                  <a:pt x="4251919" y="3189006"/>
                  <a:pt x="4250303" y="3184549"/>
                </a:cubicBezTo>
                <a:close/>
                <a:moveTo>
                  <a:pt x="4291502" y="3168619"/>
                </a:moveTo>
                <a:lnTo>
                  <a:pt x="4291502" y="3169098"/>
                </a:lnTo>
                <a:cubicBezTo>
                  <a:pt x="4298946" y="3174399"/>
                  <a:pt x="4303040" y="3183230"/>
                  <a:pt x="4302281" y="3192333"/>
                </a:cubicBezTo>
                <a:cubicBezTo>
                  <a:pt x="4302398" y="3194126"/>
                  <a:pt x="4302398" y="3195928"/>
                  <a:pt x="4302281" y="3197721"/>
                </a:cubicBezTo>
                <a:lnTo>
                  <a:pt x="4302281" y="3200595"/>
                </a:lnTo>
                <a:cubicBezTo>
                  <a:pt x="4302187" y="3201591"/>
                  <a:pt x="4302187" y="3202595"/>
                  <a:pt x="4302281" y="3203591"/>
                </a:cubicBezTo>
                <a:lnTo>
                  <a:pt x="4302876" y="3207901"/>
                </a:lnTo>
                <a:cubicBezTo>
                  <a:pt x="4302876" y="3210776"/>
                  <a:pt x="4304074" y="3212810"/>
                  <a:pt x="4304674" y="3215448"/>
                </a:cubicBezTo>
                <a:cubicBezTo>
                  <a:pt x="4310867" y="3236700"/>
                  <a:pt x="4318306" y="3257578"/>
                  <a:pt x="4326948" y="3277960"/>
                </a:cubicBezTo>
                <a:cubicBezTo>
                  <a:pt x="4315009" y="3261409"/>
                  <a:pt x="4305044" y="3243527"/>
                  <a:pt x="4297247" y="3224667"/>
                </a:cubicBezTo>
                <a:cubicBezTo>
                  <a:pt x="4295002" y="3219469"/>
                  <a:pt x="4293157" y="3214103"/>
                  <a:pt x="4291739" y="3208621"/>
                </a:cubicBezTo>
                <a:lnTo>
                  <a:pt x="4290183" y="3201552"/>
                </a:lnTo>
                <a:cubicBezTo>
                  <a:pt x="4289795" y="3199419"/>
                  <a:pt x="4289593" y="3197255"/>
                  <a:pt x="4289584" y="3195087"/>
                </a:cubicBezTo>
                <a:cubicBezTo>
                  <a:pt x="4289584" y="3192932"/>
                  <a:pt x="4289584" y="3190656"/>
                  <a:pt x="4289584" y="3188501"/>
                </a:cubicBezTo>
                <a:lnTo>
                  <a:pt x="4291019" y="3181433"/>
                </a:lnTo>
                <a:cubicBezTo>
                  <a:pt x="4291920" y="3177222"/>
                  <a:pt x="4292080" y="3172886"/>
                  <a:pt x="4291502" y="3168619"/>
                </a:cubicBezTo>
                <a:close/>
                <a:moveTo>
                  <a:pt x="4228391" y="3143953"/>
                </a:moveTo>
                <a:cubicBezTo>
                  <a:pt x="4230425" y="3154491"/>
                  <a:pt x="4220965" y="3168861"/>
                  <a:pt x="4217491" y="3181196"/>
                </a:cubicBezTo>
                <a:cubicBezTo>
                  <a:pt x="4215276" y="3186670"/>
                  <a:pt x="4214177" y="3192536"/>
                  <a:pt x="4214259" y="3198440"/>
                </a:cubicBezTo>
                <a:cubicBezTo>
                  <a:pt x="4214405" y="3200768"/>
                  <a:pt x="4215284" y="3202992"/>
                  <a:pt x="4216771" y="3204789"/>
                </a:cubicBezTo>
                <a:cubicBezTo>
                  <a:pt x="4218995" y="3206573"/>
                  <a:pt x="4221629" y="3207767"/>
                  <a:pt x="4224439" y="3208259"/>
                </a:cubicBezTo>
                <a:cubicBezTo>
                  <a:pt x="4211142" y="3211495"/>
                  <a:pt x="4204677" y="3209939"/>
                  <a:pt x="4203359" y="3205388"/>
                </a:cubicBezTo>
                <a:cubicBezTo>
                  <a:pt x="4202906" y="3198871"/>
                  <a:pt x="4204406" y="3192363"/>
                  <a:pt x="4207673" y="3186704"/>
                </a:cubicBezTo>
                <a:cubicBezTo>
                  <a:pt x="4210737" y="3180713"/>
                  <a:pt x="4212879" y="3174296"/>
                  <a:pt x="4214017" y="3167663"/>
                </a:cubicBezTo>
                <a:cubicBezTo>
                  <a:pt x="4214858" y="3162633"/>
                  <a:pt x="4211384" y="3159400"/>
                  <a:pt x="4200725" y="3159999"/>
                </a:cubicBezTo>
                <a:lnTo>
                  <a:pt x="4200725" y="3159879"/>
                </a:lnTo>
                <a:cubicBezTo>
                  <a:pt x="4194497" y="3149819"/>
                  <a:pt x="4211504" y="3146824"/>
                  <a:pt x="4228391" y="3143953"/>
                </a:cubicBezTo>
                <a:close/>
                <a:moveTo>
                  <a:pt x="4091269" y="3139428"/>
                </a:moveTo>
                <a:lnTo>
                  <a:pt x="4080692" y="3151466"/>
                </a:lnTo>
                <a:lnTo>
                  <a:pt x="4078308" y="3165508"/>
                </a:lnTo>
                <a:lnTo>
                  <a:pt x="4085536" y="3160883"/>
                </a:lnTo>
                <a:cubicBezTo>
                  <a:pt x="4087558" y="3157875"/>
                  <a:pt x="4088812" y="3155569"/>
                  <a:pt x="4096419" y="3155207"/>
                </a:cubicBezTo>
                <a:lnTo>
                  <a:pt x="4096897" y="3154849"/>
                </a:lnTo>
                <a:close/>
                <a:moveTo>
                  <a:pt x="4410182" y="3119399"/>
                </a:moveTo>
                <a:cubicBezTo>
                  <a:pt x="4419759" y="3122753"/>
                  <a:pt x="4420121" y="3128381"/>
                  <a:pt x="4416169" y="3134851"/>
                </a:cubicBezTo>
                <a:cubicBezTo>
                  <a:pt x="4414109" y="3138113"/>
                  <a:pt x="4411829" y="3141238"/>
                  <a:pt x="4409342" y="3144190"/>
                </a:cubicBezTo>
                <a:cubicBezTo>
                  <a:pt x="4406588" y="3147065"/>
                  <a:pt x="4403476" y="3149940"/>
                  <a:pt x="4400722" y="3152332"/>
                </a:cubicBezTo>
                <a:cubicBezTo>
                  <a:pt x="4388744" y="3151254"/>
                  <a:pt x="4390063" y="3145867"/>
                  <a:pt x="4395209" y="3139161"/>
                </a:cubicBezTo>
                <a:cubicBezTo>
                  <a:pt x="4400360" y="3132454"/>
                  <a:pt x="4409342" y="3125028"/>
                  <a:pt x="4410182" y="3119399"/>
                </a:cubicBezTo>
                <a:close/>
                <a:moveTo>
                  <a:pt x="4299523" y="3117964"/>
                </a:moveTo>
                <a:cubicBezTo>
                  <a:pt x="4297368" y="3117964"/>
                  <a:pt x="4297967" y="3120477"/>
                  <a:pt x="4298928" y="3124071"/>
                </a:cubicBezTo>
                <a:cubicBezTo>
                  <a:pt x="4299885" y="3127666"/>
                  <a:pt x="4303118" y="3131614"/>
                  <a:pt x="4304674" y="3136049"/>
                </a:cubicBezTo>
                <a:cubicBezTo>
                  <a:pt x="4308268" y="3144548"/>
                  <a:pt x="4306591" y="3154608"/>
                  <a:pt x="4289826" y="3161555"/>
                </a:cubicBezTo>
                <a:cubicBezTo>
                  <a:pt x="4299885" y="3157245"/>
                  <a:pt x="4297967" y="3148384"/>
                  <a:pt x="4294377" y="3139639"/>
                </a:cubicBezTo>
                <a:cubicBezTo>
                  <a:pt x="4292554" y="3135626"/>
                  <a:pt x="4291420" y="3131334"/>
                  <a:pt x="4291024" y="3126946"/>
                </a:cubicBezTo>
                <a:cubicBezTo>
                  <a:pt x="4291653" y="3122447"/>
                  <a:pt x="4295067" y="3118839"/>
                  <a:pt x="4299523" y="3117964"/>
                </a:cubicBezTo>
                <a:close/>
                <a:moveTo>
                  <a:pt x="4119546" y="3096923"/>
                </a:moveTo>
                <a:lnTo>
                  <a:pt x="4106048" y="3120175"/>
                </a:lnTo>
                <a:lnTo>
                  <a:pt x="4102643" y="3143354"/>
                </a:lnTo>
                <a:cubicBezTo>
                  <a:pt x="4114620" y="3137126"/>
                  <a:pt x="4120008" y="3119399"/>
                  <a:pt x="4120848" y="3103952"/>
                </a:cubicBezTo>
                <a:close/>
                <a:moveTo>
                  <a:pt x="4186670" y="3012831"/>
                </a:moveTo>
                <a:lnTo>
                  <a:pt x="4182852" y="3015322"/>
                </a:lnTo>
                <a:lnTo>
                  <a:pt x="4182326" y="3016632"/>
                </a:lnTo>
                <a:lnTo>
                  <a:pt x="4182959" y="3032428"/>
                </a:lnTo>
                <a:lnTo>
                  <a:pt x="4186968" y="3038354"/>
                </a:lnTo>
                <a:lnTo>
                  <a:pt x="4196131" y="3027097"/>
                </a:lnTo>
                <a:close/>
                <a:moveTo>
                  <a:pt x="4273202" y="2935962"/>
                </a:moveTo>
                <a:lnTo>
                  <a:pt x="4243894" y="2972468"/>
                </a:lnTo>
                <a:lnTo>
                  <a:pt x="4244196" y="2973179"/>
                </a:lnTo>
                <a:cubicBezTo>
                  <a:pt x="4254738" y="2984195"/>
                  <a:pt x="4265276" y="2993419"/>
                  <a:pt x="4260363" y="3000961"/>
                </a:cubicBezTo>
                <a:cubicBezTo>
                  <a:pt x="4265500" y="2999577"/>
                  <a:pt x="4270306" y="2997177"/>
                  <a:pt x="4274495" y="2993897"/>
                </a:cubicBezTo>
                <a:cubicBezTo>
                  <a:pt x="4277693" y="2991673"/>
                  <a:pt x="4280154" y="2988548"/>
                  <a:pt x="4281563" y="2984915"/>
                </a:cubicBezTo>
                <a:cubicBezTo>
                  <a:pt x="4283274" y="2977290"/>
                  <a:pt x="4282214" y="2969308"/>
                  <a:pt x="4278568" y="2962400"/>
                </a:cubicBezTo>
                <a:close/>
                <a:moveTo>
                  <a:pt x="4342761" y="2886354"/>
                </a:moveTo>
                <a:cubicBezTo>
                  <a:pt x="4368147" y="2889828"/>
                  <a:pt x="4287313" y="2911503"/>
                  <a:pt x="4296295" y="2931742"/>
                </a:cubicBezTo>
                <a:cubicBezTo>
                  <a:pt x="4267435" y="2926355"/>
                  <a:pt x="4325874" y="2890427"/>
                  <a:pt x="4342761" y="2887311"/>
                </a:cubicBezTo>
                <a:close/>
                <a:moveTo>
                  <a:pt x="4409346" y="2863360"/>
                </a:moveTo>
                <a:cubicBezTo>
                  <a:pt x="4414613" y="2870665"/>
                  <a:pt x="4419643" y="2871984"/>
                  <a:pt x="4424672" y="2869467"/>
                </a:cubicBezTo>
                <a:cubicBezTo>
                  <a:pt x="4432340" y="2896534"/>
                  <a:pt x="4398088" y="2877135"/>
                  <a:pt x="4388749" y="2893418"/>
                </a:cubicBezTo>
                <a:cubicBezTo>
                  <a:pt x="4376771" y="2882643"/>
                  <a:pt x="4404674" y="2872941"/>
                  <a:pt x="4409346" y="2863360"/>
                </a:cubicBezTo>
                <a:close/>
                <a:moveTo>
                  <a:pt x="4572216" y="2733306"/>
                </a:moveTo>
                <a:cubicBezTo>
                  <a:pt x="4561075" y="2765398"/>
                  <a:pt x="4499403" y="2781207"/>
                  <a:pt x="4486111" y="2791508"/>
                </a:cubicBezTo>
                <a:cubicBezTo>
                  <a:pt x="4499640" y="2765639"/>
                  <a:pt x="4554968" y="2752947"/>
                  <a:pt x="4572216" y="2733306"/>
                </a:cubicBezTo>
                <a:close/>
                <a:moveTo>
                  <a:pt x="4608024" y="2691508"/>
                </a:moveTo>
                <a:lnTo>
                  <a:pt x="4608502" y="2691508"/>
                </a:lnTo>
                <a:cubicBezTo>
                  <a:pt x="4631255" y="2688754"/>
                  <a:pt x="4503593" y="2770669"/>
                  <a:pt x="4542753" y="2730668"/>
                </a:cubicBezTo>
                <a:cubicBezTo>
                  <a:pt x="4564070" y="2724083"/>
                  <a:pt x="4586107" y="2697619"/>
                  <a:pt x="4608024" y="2691508"/>
                </a:cubicBezTo>
                <a:close/>
                <a:moveTo>
                  <a:pt x="4702887" y="2678970"/>
                </a:moveTo>
                <a:lnTo>
                  <a:pt x="4702029" y="2680013"/>
                </a:lnTo>
                <a:lnTo>
                  <a:pt x="4702029" y="2679655"/>
                </a:lnTo>
                <a:close/>
                <a:moveTo>
                  <a:pt x="4615273" y="2646343"/>
                </a:moveTo>
                <a:lnTo>
                  <a:pt x="4614846" y="2647800"/>
                </a:lnTo>
                <a:lnTo>
                  <a:pt x="4614247" y="2647800"/>
                </a:lnTo>
                <a:close/>
                <a:moveTo>
                  <a:pt x="4646465" y="2601933"/>
                </a:moveTo>
                <a:lnTo>
                  <a:pt x="4615273" y="2646343"/>
                </a:lnTo>
                <a:lnTo>
                  <a:pt x="4621855" y="2623742"/>
                </a:lnTo>
                <a:cubicBezTo>
                  <a:pt x="4628259" y="2616242"/>
                  <a:pt x="4637599" y="2609118"/>
                  <a:pt x="4646465" y="2601933"/>
                </a:cubicBezTo>
                <a:close/>
                <a:moveTo>
                  <a:pt x="4797715" y="2593429"/>
                </a:moveTo>
                <a:cubicBezTo>
                  <a:pt x="4800590" y="2601455"/>
                  <a:pt x="4783255" y="2615824"/>
                  <a:pt x="4761908" y="2631780"/>
                </a:cubicBezTo>
                <a:lnTo>
                  <a:pt x="4702887" y="2678970"/>
                </a:lnTo>
                <a:lnTo>
                  <a:pt x="4738798" y="2635223"/>
                </a:lnTo>
                <a:cubicBezTo>
                  <a:pt x="4760735" y="2624858"/>
                  <a:pt x="4780682" y="2610708"/>
                  <a:pt x="4797715" y="2593429"/>
                </a:cubicBezTo>
                <a:close/>
                <a:moveTo>
                  <a:pt x="4688022" y="2483732"/>
                </a:moveTo>
                <a:cubicBezTo>
                  <a:pt x="4674488" y="2500140"/>
                  <a:pt x="4680595" y="2495227"/>
                  <a:pt x="4661075" y="2503972"/>
                </a:cubicBezTo>
                <a:lnTo>
                  <a:pt x="4661675" y="2503972"/>
                </a:lnTo>
                <a:cubicBezTo>
                  <a:pt x="4647542" y="2529241"/>
                  <a:pt x="4614609" y="2558221"/>
                  <a:pt x="4665627" y="2519660"/>
                </a:cubicBezTo>
                <a:cubicBezTo>
                  <a:pt x="4663588" y="2503010"/>
                  <a:pt x="4702512" y="2509480"/>
                  <a:pt x="4688022" y="2483732"/>
                </a:cubicBezTo>
                <a:close/>
                <a:moveTo>
                  <a:pt x="4846099" y="2411397"/>
                </a:moveTo>
                <a:cubicBezTo>
                  <a:pt x="4834122" y="2445890"/>
                  <a:pt x="4805383" y="2445890"/>
                  <a:pt x="4797116" y="2464811"/>
                </a:cubicBezTo>
                <a:cubicBezTo>
                  <a:pt x="4819752" y="2451036"/>
                  <a:pt x="4867296" y="2444330"/>
                  <a:pt x="4846099" y="2411397"/>
                </a:cubicBezTo>
                <a:close/>
                <a:moveTo>
                  <a:pt x="4791979" y="2381934"/>
                </a:moveTo>
                <a:cubicBezTo>
                  <a:pt x="4783182" y="2381886"/>
                  <a:pt x="4722329" y="2416039"/>
                  <a:pt x="4721433" y="2428163"/>
                </a:cubicBezTo>
                <a:cubicBezTo>
                  <a:pt x="4677841" y="2430318"/>
                  <a:pt x="4689698" y="2459419"/>
                  <a:pt x="4636763" y="2494627"/>
                </a:cubicBezTo>
                <a:cubicBezTo>
                  <a:pt x="4621553" y="2479538"/>
                  <a:pt x="4619639" y="2501933"/>
                  <a:pt x="4596404" y="2498942"/>
                </a:cubicBezTo>
                <a:cubicBezTo>
                  <a:pt x="4600718" y="2508281"/>
                  <a:pt x="4578440" y="2534870"/>
                  <a:pt x="4572453" y="2567082"/>
                </a:cubicBezTo>
                <a:cubicBezTo>
                  <a:pt x="4555330" y="2547920"/>
                  <a:pt x="4539521" y="2582892"/>
                  <a:pt x="4540598" y="2603011"/>
                </a:cubicBezTo>
                <a:cubicBezTo>
                  <a:pt x="4519044" y="2582892"/>
                  <a:pt x="4474854" y="2642650"/>
                  <a:pt x="4468147" y="2657739"/>
                </a:cubicBezTo>
                <a:cubicBezTo>
                  <a:pt x="4462156" y="2650554"/>
                  <a:pt x="4468147" y="2644085"/>
                  <a:pt x="4458566" y="2636663"/>
                </a:cubicBezTo>
                <a:cubicBezTo>
                  <a:pt x="4452459" y="2666001"/>
                  <a:pt x="4448985" y="2660614"/>
                  <a:pt x="4422638" y="2659295"/>
                </a:cubicBezTo>
                <a:cubicBezTo>
                  <a:pt x="4415096" y="2683245"/>
                  <a:pt x="4388628" y="2719174"/>
                  <a:pt x="4359764" y="2727798"/>
                </a:cubicBezTo>
                <a:cubicBezTo>
                  <a:pt x="4364914" y="2734862"/>
                  <a:pt x="4374974" y="2742168"/>
                  <a:pt x="4369823" y="2748753"/>
                </a:cubicBezTo>
                <a:cubicBezTo>
                  <a:pt x="4358686" y="2747318"/>
                  <a:pt x="4356381" y="2754623"/>
                  <a:pt x="4354794" y="2757977"/>
                </a:cubicBezTo>
                <a:lnTo>
                  <a:pt x="4344373" y="2743887"/>
                </a:lnTo>
                <a:lnTo>
                  <a:pt x="4344675" y="2743486"/>
                </a:lnTo>
                <a:lnTo>
                  <a:pt x="4344075" y="2743486"/>
                </a:lnTo>
                <a:lnTo>
                  <a:pt x="4344373" y="2743887"/>
                </a:lnTo>
                <a:lnTo>
                  <a:pt x="4308751" y="2791387"/>
                </a:lnTo>
                <a:cubicBezTo>
                  <a:pt x="4294489" y="2804779"/>
                  <a:pt x="4283330" y="2821126"/>
                  <a:pt x="4276055" y="2839289"/>
                </a:cubicBezTo>
                <a:cubicBezTo>
                  <a:pt x="4321202" y="2788155"/>
                  <a:pt x="4417488" y="2753425"/>
                  <a:pt x="4421802" y="2690430"/>
                </a:cubicBezTo>
                <a:cubicBezTo>
                  <a:pt x="4458648" y="2674488"/>
                  <a:pt x="4493076" y="2653442"/>
                  <a:pt x="4524074" y="2627918"/>
                </a:cubicBezTo>
                <a:cubicBezTo>
                  <a:pt x="4556528" y="2602532"/>
                  <a:pt x="4588862" y="2574867"/>
                  <a:pt x="4623828" y="2543253"/>
                </a:cubicBezTo>
                <a:cubicBezTo>
                  <a:pt x="4606826" y="2527801"/>
                  <a:pt x="4623828" y="2515944"/>
                  <a:pt x="4626225" y="2503131"/>
                </a:cubicBezTo>
                <a:cubicBezTo>
                  <a:pt x="4657002" y="2503131"/>
                  <a:pt x="4665627" y="2489003"/>
                  <a:pt x="4683707" y="2467207"/>
                </a:cubicBezTo>
                <a:cubicBezTo>
                  <a:pt x="4706822" y="2489718"/>
                  <a:pt x="4735444" y="2434154"/>
                  <a:pt x="4761309" y="2426486"/>
                </a:cubicBezTo>
                <a:cubicBezTo>
                  <a:pt x="4759154" y="2421099"/>
                  <a:pt x="4752926" y="2414513"/>
                  <a:pt x="4757955" y="2410798"/>
                </a:cubicBezTo>
                <a:cubicBezTo>
                  <a:pt x="4775803" y="2413074"/>
                  <a:pt x="4764304" y="2405411"/>
                  <a:pt x="4779273" y="2395472"/>
                </a:cubicBezTo>
                <a:cubicBezTo>
                  <a:pt x="4792056" y="2385770"/>
                  <a:pt x="4794909" y="2381951"/>
                  <a:pt x="4791979" y="2381934"/>
                </a:cubicBezTo>
                <a:close/>
                <a:moveTo>
                  <a:pt x="5161371" y="2280096"/>
                </a:moveTo>
                <a:lnTo>
                  <a:pt x="5161319" y="2281106"/>
                </a:lnTo>
                <a:lnTo>
                  <a:pt x="5159384" y="2281701"/>
                </a:lnTo>
                <a:close/>
                <a:moveTo>
                  <a:pt x="5161776" y="2272240"/>
                </a:moveTo>
                <a:cubicBezTo>
                  <a:pt x="5167344" y="2271641"/>
                  <a:pt x="5168332" y="2273288"/>
                  <a:pt x="5167135" y="2275443"/>
                </a:cubicBezTo>
                <a:lnTo>
                  <a:pt x="5161371" y="2280096"/>
                </a:lnTo>
                <a:close/>
                <a:moveTo>
                  <a:pt x="5122137" y="2250686"/>
                </a:moveTo>
                <a:cubicBezTo>
                  <a:pt x="5112676" y="2249367"/>
                  <a:pt x="5081899" y="2261823"/>
                  <a:pt x="5058427" y="2274637"/>
                </a:cubicBezTo>
                <a:cubicBezTo>
                  <a:pt x="5034954" y="2287450"/>
                  <a:pt x="5020585" y="2302061"/>
                  <a:pt x="5041062" y="2303617"/>
                </a:cubicBezTo>
                <a:cubicBezTo>
                  <a:pt x="5003220" y="2319185"/>
                  <a:pt x="4951845" y="2304574"/>
                  <a:pt x="4945975" y="2353079"/>
                </a:cubicBezTo>
                <a:cubicBezTo>
                  <a:pt x="4963340" y="2353678"/>
                  <a:pt x="4955797" y="2323978"/>
                  <a:pt x="4967171" y="2339183"/>
                </a:cubicBezTo>
                <a:cubicBezTo>
                  <a:pt x="4979868" y="2350562"/>
                  <a:pt x="4926334" y="2366129"/>
                  <a:pt x="4953879" y="2365414"/>
                </a:cubicBezTo>
                <a:cubicBezTo>
                  <a:pt x="4965857" y="2356311"/>
                  <a:pt x="4978429" y="2347687"/>
                  <a:pt x="4989807" y="2351402"/>
                </a:cubicBezTo>
                <a:cubicBezTo>
                  <a:pt x="4983579" y="2342778"/>
                  <a:pt x="4972322" y="2330684"/>
                  <a:pt x="4978549" y="2324456"/>
                </a:cubicBezTo>
                <a:lnTo>
                  <a:pt x="4979028" y="2324215"/>
                </a:lnTo>
                <a:cubicBezTo>
                  <a:pt x="4984058" y="2323016"/>
                  <a:pt x="4989807" y="2317986"/>
                  <a:pt x="4993759" y="2324215"/>
                </a:cubicBezTo>
                <a:cubicBezTo>
                  <a:pt x="4990406" y="2328046"/>
                  <a:pt x="4983101" y="2330563"/>
                  <a:pt x="4986695" y="2336192"/>
                </a:cubicBezTo>
                <a:cubicBezTo>
                  <a:pt x="5013374" y="2334054"/>
                  <a:pt x="5039217" y="2325861"/>
                  <a:pt x="5062262" y="2312242"/>
                </a:cubicBezTo>
                <a:cubicBezTo>
                  <a:pt x="5087420" y="2297514"/>
                  <a:pt x="5108112" y="2276240"/>
                  <a:pt x="5122137" y="2250686"/>
                </a:cubicBezTo>
                <a:close/>
                <a:moveTo>
                  <a:pt x="5208363" y="2248169"/>
                </a:moveTo>
                <a:cubicBezTo>
                  <a:pt x="5218422" y="2271521"/>
                  <a:pt x="5195191" y="2281580"/>
                  <a:pt x="5190278" y="2298829"/>
                </a:cubicBezTo>
                <a:cubicBezTo>
                  <a:pt x="5171719" y="2287692"/>
                  <a:pt x="5178305" y="2298829"/>
                  <a:pt x="5160461" y="2297751"/>
                </a:cubicBezTo>
                <a:lnTo>
                  <a:pt x="5161319" y="2281106"/>
                </a:lnTo>
                <a:lnTo>
                  <a:pt x="5187825" y="2272973"/>
                </a:lnTo>
                <a:cubicBezTo>
                  <a:pt x="5194144" y="2263737"/>
                  <a:pt x="5199144" y="2251824"/>
                  <a:pt x="5208363" y="2248169"/>
                </a:cubicBezTo>
                <a:close/>
                <a:moveTo>
                  <a:pt x="5361531" y="2192005"/>
                </a:moveTo>
                <a:cubicBezTo>
                  <a:pt x="5377461" y="2216193"/>
                  <a:pt x="5330995" y="2215116"/>
                  <a:pt x="5317819" y="2227929"/>
                </a:cubicBezTo>
                <a:cubicBezTo>
                  <a:pt x="5309436" y="2206496"/>
                  <a:pt x="5343688" y="2202302"/>
                  <a:pt x="5361531" y="2192005"/>
                </a:cubicBezTo>
                <a:close/>
                <a:moveTo>
                  <a:pt x="5393507" y="2159909"/>
                </a:moveTo>
                <a:lnTo>
                  <a:pt x="5393507" y="2160866"/>
                </a:lnTo>
                <a:lnTo>
                  <a:pt x="5393024" y="2160413"/>
                </a:lnTo>
                <a:close/>
                <a:moveTo>
                  <a:pt x="5393985" y="2143622"/>
                </a:moveTo>
                <a:cubicBezTo>
                  <a:pt x="5393567" y="2148052"/>
                  <a:pt x="5390214" y="2152815"/>
                  <a:pt x="5388581" y="2156241"/>
                </a:cubicBezTo>
                <a:lnTo>
                  <a:pt x="5393024" y="2160413"/>
                </a:lnTo>
                <a:lnTo>
                  <a:pt x="5378387" y="2175701"/>
                </a:lnTo>
                <a:cubicBezTo>
                  <a:pt x="5368987" y="2179132"/>
                  <a:pt x="5357760" y="2181765"/>
                  <a:pt x="5352312" y="2186734"/>
                </a:cubicBezTo>
                <a:cubicBezTo>
                  <a:pt x="5358898" y="2169490"/>
                  <a:pt x="5378297" y="2157513"/>
                  <a:pt x="5393985" y="2143622"/>
                </a:cubicBezTo>
                <a:close/>
                <a:moveTo>
                  <a:pt x="5439374" y="2124580"/>
                </a:moveTo>
                <a:cubicBezTo>
                  <a:pt x="5466079" y="2130567"/>
                  <a:pt x="5421651" y="2153561"/>
                  <a:pt x="5409437" y="2161943"/>
                </a:cubicBezTo>
                <a:cubicBezTo>
                  <a:pt x="5396024" y="2139911"/>
                  <a:pt x="5442848" y="2142544"/>
                  <a:pt x="5439374" y="2124580"/>
                </a:cubicBezTo>
                <a:close/>
                <a:moveTo>
                  <a:pt x="5741043" y="2021231"/>
                </a:moveTo>
                <a:cubicBezTo>
                  <a:pt x="5751103" y="2034402"/>
                  <a:pt x="5681164" y="2049254"/>
                  <a:pt x="5676492" y="2063865"/>
                </a:cubicBezTo>
                <a:cubicBezTo>
                  <a:pt x="5679488" y="2070330"/>
                  <a:pt x="5687272" y="2065542"/>
                  <a:pt x="5693379" y="2064822"/>
                </a:cubicBezTo>
                <a:cubicBezTo>
                  <a:pt x="5679367" y="2084583"/>
                  <a:pt x="5662360" y="2080631"/>
                  <a:pt x="5637810" y="2087936"/>
                </a:cubicBezTo>
                <a:cubicBezTo>
                  <a:pt x="5660925" y="2040151"/>
                  <a:pt x="5679247" y="2040151"/>
                  <a:pt x="5741043" y="2021231"/>
                </a:cubicBezTo>
                <a:close/>
                <a:moveTo>
                  <a:pt x="5571225" y="2004465"/>
                </a:moveTo>
                <a:cubicBezTo>
                  <a:pt x="5547395" y="2012968"/>
                  <a:pt x="5553623" y="2018356"/>
                  <a:pt x="5539133" y="2025661"/>
                </a:cubicBezTo>
                <a:lnTo>
                  <a:pt x="5539732" y="2025661"/>
                </a:lnTo>
                <a:cubicBezTo>
                  <a:pt x="5474104" y="2059792"/>
                  <a:pt x="5560209" y="2041229"/>
                  <a:pt x="5571225" y="2004465"/>
                </a:cubicBezTo>
                <a:close/>
                <a:moveTo>
                  <a:pt x="6254687" y="1919441"/>
                </a:moveTo>
                <a:lnTo>
                  <a:pt x="6243821" y="1939000"/>
                </a:lnTo>
                <a:cubicBezTo>
                  <a:pt x="6218689" y="1957003"/>
                  <a:pt x="6167138" y="1964615"/>
                  <a:pt x="6223900" y="1933091"/>
                </a:cubicBezTo>
                <a:cubicBezTo>
                  <a:pt x="6233542" y="1928001"/>
                  <a:pt x="6237615" y="1929648"/>
                  <a:pt x="6241145" y="1929992"/>
                </a:cubicBezTo>
                <a:close/>
                <a:moveTo>
                  <a:pt x="6255156" y="1918597"/>
                </a:moveTo>
                <a:lnTo>
                  <a:pt x="6255156" y="1919079"/>
                </a:lnTo>
                <a:lnTo>
                  <a:pt x="6254687" y="1919441"/>
                </a:lnTo>
                <a:close/>
                <a:moveTo>
                  <a:pt x="5569949" y="1906580"/>
                </a:moveTo>
                <a:lnTo>
                  <a:pt x="5571109" y="1908421"/>
                </a:lnTo>
                <a:lnTo>
                  <a:pt x="5568777" y="1907425"/>
                </a:lnTo>
                <a:close/>
                <a:moveTo>
                  <a:pt x="5659606" y="1903391"/>
                </a:moveTo>
                <a:cubicBezTo>
                  <a:pt x="5638892" y="1904719"/>
                  <a:pt x="5618708" y="1910520"/>
                  <a:pt x="5600447" y="1920394"/>
                </a:cubicBezTo>
                <a:cubicBezTo>
                  <a:pt x="5601882" y="1946741"/>
                  <a:pt x="5590986" y="1936802"/>
                  <a:pt x="5610265" y="1963985"/>
                </a:cubicBezTo>
                <a:cubicBezTo>
                  <a:pt x="5599611" y="1967218"/>
                  <a:pt x="5585957" y="1977161"/>
                  <a:pt x="5580087" y="1968300"/>
                </a:cubicBezTo>
                <a:cubicBezTo>
                  <a:pt x="5592904" y="1963985"/>
                  <a:pt x="5593383" y="1954766"/>
                  <a:pt x="5585358" y="1942190"/>
                </a:cubicBezTo>
                <a:cubicBezTo>
                  <a:pt x="5571885" y="1949982"/>
                  <a:pt x="5565269" y="1965808"/>
                  <a:pt x="5569191" y="1980872"/>
                </a:cubicBezTo>
                <a:cubicBezTo>
                  <a:pt x="5589517" y="1979579"/>
                  <a:pt x="5609347" y="1974032"/>
                  <a:pt x="5627393" y="1964584"/>
                </a:cubicBezTo>
                <a:cubicBezTo>
                  <a:pt x="5587392" y="1937880"/>
                  <a:pt x="5642362" y="1923626"/>
                  <a:pt x="5659606" y="1903391"/>
                </a:cubicBezTo>
                <a:close/>
                <a:moveTo>
                  <a:pt x="5735488" y="1847193"/>
                </a:moveTo>
                <a:lnTo>
                  <a:pt x="5734919" y="1847732"/>
                </a:lnTo>
                <a:lnTo>
                  <a:pt x="5732315" y="1847603"/>
                </a:lnTo>
                <a:close/>
                <a:moveTo>
                  <a:pt x="5722610" y="1847123"/>
                </a:moveTo>
                <a:lnTo>
                  <a:pt x="5732315" y="1847603"/>
                </a:lnTo>
                <a:lnTo>
                  <a:pt x="5712063" y="1850219"/>
                </a:lnTo>
                <a:cubicBezTo>
                  <a:pt x="5714817" y="1847883"/>
                  <a:pt x="5718567" y="1847194"/>
                  <a:pt x="5722610" y="1847123"/>
                </a:cubicBezTo>
                <a:close/>
                <a:moveTo>
                  <a:pt x="5482844" y="1833931"/>
                </a:moveTo>
                <a:cubicBezTo>
                  <a:pt x="5460333" y="1858839"/>
                  <a:pt x="5412428" y="1848542"/>
                  <a:pt x="5412428" y="1879798"/>
                </a:cubicBezTo>
                <a:cubicBezTo>
                  <a:pt x="5424405" y="1879199"/>
                  <a:pt x="5444404" y="1856804"/>
                  <a:pt x="5449554" y="1871894"/>
                </a:cubicBezTo>
                <a:cubicBezTo>
                  <a:pt x="5426918" y="1876566"/>
                  <a:pt x="5390632" y="1904107"/>
                  <a:pt x="5417221" y="1909735"/>
                </a:cubicBezTo>
                <a:cubicBezTo>
                  <a:pt x="5415363" y="1905305"/>
                  <a:pt x="5419164" y="1901115"/>
                  <a:pt x="5424073" y="1899034"/>
                </a:cubicBezTo>
                <a:lnTo>
                  <a:pt x="5435943" y="1900758"/>
                </a:lnTo>
                <a:lnTo>
                  <a:pt x="5434283" y="1903114"/>
                </a:lnTo>
                <a:lnTo>
                  <a:pt x="5429553" y="1906158"/>
                </a:lnTo>
                <a:cubicBezTo>
                  <a:pt x="5427128" y="1907998"/>
                  <a:pt x="5425601" y="1910214"/>
                  <a:pt x="5426918" y="1913567"/>
                </a:cubicBezTo>
                <a:lnTo>
                  <a:pt x="5434283" y="1903114"/>
                </a:lnTo>
                <a:lnTo>
                  <a:pt x="5437577" y="1900995"/>
                </a:lnTo>
                <a:lnTo>
                  <a:pt x="5435943" y="1900758"/>
                </a:lnTo>
                <a:lnTo>
                  <a:pt x="5482844" y="1834168"/>
                </a:lnTo>
                <a:close/>
                <a:moveTo>
                  <a:pt x="6170160" y="1826284"/>
                </a:moveTo>
                <a:cubicBezTo>
                  <a:pt x="6176420" y="1826473"/>
                  <a:pt x="6181643" y="1827598"/>
                  <a:pt x="6185459" y="1829858"/>
                </a:cubicBezTo>
                <a:cubicBezTo>
                  <a:pt x="6144864" y="1865786"/>
                  <a:pt x="6068098" y="1865786"/>
                  <a:pt x="6012650" y="1891056"/>
                </a:cubicBezTo>
                <a:cubicBezTo>
                  <a:pt x="6028998" y="1872553"/>
                  <a:pt x="6100850" y="1837207"/>
                  <a:pt x="6148639" y="1828324"/>
                </a:cubicBezTo>
                <a:cubicBezTo>
                  <a:pt x="6156604" y="1826841"/>
                  <a:pt x="6163901" y="1826095"/>
                  <a:pt x="6170160" y="1826284"/>
                </a:cubicBezTo>
                <a:close/>
                <a:moveTo>
                  <a:pt x="5918882" y="1795370"/>
                </a:moveTo>
                <a:cubicBezTo>
                  <a:pt x="5891936" y="1800037"/>
                  <a:pt x="5839962" y="1805550"/>
                  <a:pt x="5838527" y="1829380"/>
                </a:cubicBezTo>
                <a:cubicBezTo>
                  <a:pt x="5847509" y="1826746"/>
                  <a:pt x="5858646" y="1819562"/>
                  <a:pt x="5863193" y="1826984"/>
                </a:cubicBezTo>
                <a:cubicBezTo>
                  <a:pt x="5818765" y="1835608"/>
                  <a:pt x="5782600" y="1877402"/>
                  <a:pt x="5754814" y="1872372"/>
                </a:cubicBezTo>
                <a:cubicBezTo>
                  <a:pt x="5758408" y="1862313"/>
                  <a:pt x="5780204" y="1859201"/>
                  <a:pt x="5767748" y="1843034"/>
                </a:cubicBezTo>
                <a:lnTo>
                  <a:pt x="5735488" y="1847193"/>
                </a:lnTo>
                <a:lnTo>
                  <a:pt x="5747987" y="1835366"/>
                </a:lnTo>
                <a:cubicBezTo>
                  <a:pt x="5737212" y="1837884"/>
                  <a:pt x="5733738" y="1823393"/>
                  <a:pt x="5725234" y="1820997"/>
                </a:cubicBezTo>
                <a:cubicBezTo>
                  <a:pt x="5730143" y="1817165"/>
                  <a:pt x="5739246" y="1814890"/>
                  <a:pt x="5737212" y="1808304"/>
                </a:cubicBezTo>
                <a:cubicBezTo>
                  <a:pt x="5711933" y="1811636"/>
                  <a:pt x="5687716" y="1820557"/>
                  <a:pt x="5666312" y="1834410"/>
                </a:cubicBezTo>
                <a:cubicBezTo>
                  <a:pt x="5646745" y="1847551"/>
                  <a:pt x="5625251" y="1857567"/>
                  <a:pt x="5602602" y="1864110"/>
                </a:cubicBezTo>
                <a:cubicBezTo>
                  <a:pt x="5610045" y="1863213"/>
                  <a:pt x="5617437" y="1866144"/>
                  <a:pt x="5622243" y="1871894"/>
                </a:cubicBezTo>
                <a:cubicBezTo>
                  <a:pt x="5592723" y="1876445"/>
                  <a:pt x="5584250" y="1889198"/>
                  <a:pt x="5576272" y="1902055"/>
                </a:cubicBezTo>
                <a:lnTo>
                  <a:pt x="5569949" y="1906580"/>
                </a:lnTo>
                <a:lnTo>
                  <a:pt x="5561541" y="1893224"/>
                </a:lnTo>
                <a:cubicBezTo>
                  <a:pt x="5565105" y="1880664"/>
                  <a:pt x="5596943" y="1875635"/>
                  <a:pt x="5556976" y="1874648"/>
                </a:cubicBezTo>
                <a:cubicBezTo>
                  <a:pt x="5563795" y="1868536"/>
                  <a:pt x="5569014" y="1860847"/>
                  <a:pt x="5572186" y="1852253"/>
                </a:cubicBezTo>
                <a:cubicBezTo>
                  <a:pt x="5536258" y="1864230"/>
                  <a:pt x="5582604" y="1836685"/>
                  <a:pt x="5577815" y="1826027"/>
                </a:cubicBezTo>
                <a:cubicBezTo>
                  <a:pt x="5534461" y="1849977"/>
                  <a:pt x="5533741" y="1838004"/>
                  <a:pt x="5513501" y="1829139"/>
                </a:cubicBezTo>
                <a:cubicBezTo>
                  <a:pt x="5524643" y="1850697"/>
                  <a:pt x="5445722" y="1865907"/>
                  <a:pt x="5486081" y="1880397"/>
                </a:cubicBezTo>
                <a:cubicBezTo>
                  <a:pt x="5489072" y="1861235"/>
                  <a:pt x="5535538" y="1852132"/>
                  <a:pt x="5544400" y="1863868"/>
                </a:cubicBezTo>
                <a:cubicBezTo>
                  <a:pt x="5539611" y="1867584"/>
                  <a:pt x="5530750" y="1869739"/>
                  <a:pt x="5533383" y="1875846"/>
                </a:cubicBezTo>
                <a:cubicBezTo>
                  <a:pt x="5539370" y="1875126"/>
                  <a:pt x="5547037" y="1870338"/>
                  <a:pt x="5550029" y="1876923"/>
                </a:cubicBezTo>
                <a:lnTo>
                  <a:pt x="5515419" y="1891414"/>
                </a:lnTo>
                <a:cubicBezTo>
                  <a:pt x="5515915" y="1900422"/>
                  <a:pt x="5514105" y="1909408"/>
                  <a:pt x="5510148" y="1917519"/>
                </a:cubicBezTo>
                <a:cubicBezTo>
                  <a:pt x="5494973" y="1938268"/>
                  <a:pt x="5524048" y="1903171"/>
                  <a:pt x="5549136" y="1899029"/>
                </a:cubicBezTo>
                <a:lnTo>
                  <a:pt x="5568777" y="1907425"/>
                </a:lnTo>
                <a:lnTo>
                  <a:pt x="5533263" y="1932850"/>
                </a:lnTo>
                <a:cubicBezTo>
                  <a:pt x="5540090" y="1944827"/>
                  <a:pt x="5531707" y="1951051"/>
                  <a:pt x="5537693" y="1962908"/>
                </a:cubicBezTo>
                <a:cubicBezTo>
                  <a:pt x="5550748" y="1957757"/>
                  <a:pt x="5549671" y="1950930"/>
                  <a:pt x="5538892" y="1946383"/>
                </a:cubicBezTo>
                <a:cubicBezTo>
                  <a:pt x="5555657" y="1938595"/>
                  <a:pt x="5596378" y="1905904"/>
                  <a:pt x="5576259" y="1938716"/>
                </a:cubicBezTo>
                <a:cubicBezTo>
                  <a:pt x="5604041" y="1930096"/>
                  <a:pt x="5612183" y="1902193"/>
                  <a:pt x="5585599" y="1902788"/>
                </a:cubicBezTo>
                <a:cubicBezTo>
                  <a:pt x="5592663" y="1899917"/>
                  <a:pt x="5591706" y="1893810"/>
                  <a:pt x="5596857" y="1890815"/>
                </a:cubicBezTo>
                <a:cubicBezTo>
                  <a:pt x="5616497" y="1905783"/>
                  <a:pt x="5644758" y="1852611"/>
                  <a:pt x="5637694" y="1889858"/>
                </a:cubicBezTo>
                <a:cubicBezTo>
                  <a:pt x="5651344" y="1879678"/>
                  <a:pt x="5688591" y="1849736"/>
                  <a:pt x="5708468" y="1860515"/>
                </a:cubicBezTo>
                <a:cubicBezTo>
                  <a:pt x="5700085" y="1864825"/>
                  <a:pt x="5692301" y="1869497"/>
                  <a:pt x="5699728" y="1879915"/>
                </a:cubicBezTo>
                <a:cubicBezTo>
                  <a:pt x="5721881" y="1884466"/>
                  <a:pt x="5723678" y="1846861"/>
                  <a:pt x="5748349" y="1875846"/>
                </a:cubicBezTo>
                <a:cubicBezTo>
                  <a:pt x="5735772" y="1882910"/>
                  <a:pt x="5692543" y="1906861"/>
                  <a:pt x="5710985" y="1907102"/>
                </a:cubicBezTo>
                <a:cubicBezTo>
                  <a:pt x="5739724" y="1887819"/>
                  <a:pt x="5771700" y="1872493"/>
                  <a:pt x="5787509" y="1890577"/>
                </a:cubicBezTo>
                <a:cubicBezTo>
                  <a:pt x="5793138" y="1844111"/>
                  <a:pt x="5883312" y="1854649"/>
                  <a:pt x="5917206" y="1811894"/>
                </a:cubicBezTo>
                <a:cubicBezTo>
                  <a:pt x="5870498" y="1828901"/>
                  <a:pt x="5916244" y="1808304"/>
                  <a:pt x="5918882" y="1795370"/>
                </a:cubicBezTo>
                <a:close/>
                <a:moveTo>
                  <a:pt x="6266263" y="1778086"/>
                </a:moveTo>
                <a:cubicBezTo>
                  <a:pt x="6274363" y="1780601"/>
                  <a:pt x="6277733" y="1793693"/>
                  <a:pt x="6289050" y="1788663"/>
                </a:cubicBezTo>
                <a:cubicBezTo>
                  <a:pt x="6306294" y="1794529"/>
                  <a:pt x="6240308" y="1800637"/>
                  <a:pt x="6231568" y="1808183"/>
                </a:cubicBezTo>
                <a:cubicBezTo>
                  <a:pt x="6217315" y="1792973"/>
                  <a:pt x="6270246" y="1795490"/>
                  <a:pt x="6256117" y="1780160"/>
                </a:cubicBezTo>
                <a:cubicBezTo>
                  <a:pt x="6260338" y="1777585"/>
                  <a:pt x="6263563" y="1777248"/>
                  <a:pt x="6266263" y="1778086"/>
                </a:cubicBezTo>
                <a:close/>
                <a:moveTo>
                  <a:pt x="6399584" y="1775608"/>
                </a:moveTo>
                <a:cubicBezTo>
                  <a:pt x="6397127" y="1783293"/>
                  <a:pt x="6397774" y="1791629"/>
                  <a:pt x="6401381" y="1798844"/>
                </a:cubicBezTo>
                <a:lnTo>
                  <a:pt x="6401381" y="1799201"/>
                </a:lnTo>
                <a:cubicBezTo>
                  <a:pt x="6380185" y="1796327"/>
                  <a:pt x="6391559" y="1805188"/>
                  <a:pt x="6369643" y="1815368"/>
                </a:cubicBezTo>
                <a:cubicBezTo>
                  <a:pt x="6365453" y="1810459"/>
                  <a:pt x="6369643" y="1807826"/>
                  <a:pt x="6374194" y="1804951"/>
                </a:cubicBezTo>
                <a:cubicBezTo>
                  <a:pt x="6370841" y="1798844"/>
                  <a:pt x="6362221" y="1804951"/>
                  <a:pt x="6355273" y="1806149"/>
                </a:cubicBezTo>
                <a:cubicBezTo>
                  <a:pt x="6344856" y="1801598"/>
                  <a:pt x="6354196" y="1798361"/>
                  <a:pt x="6367251" y="1794172"/>
                </a:cubicBezTo>
                <a:cubicBezTo>
                  <a:pt x="6380301" y="1789978"/>
                  <a:pt x="6396589" y="1783871"/>
                  <a:pt x="6399584" y="1775608"/>
                </a:cubicBezTo>
                <a:close/>
                <a:moveTo>
                  <a:pt x="6734065" y="1773453"/>
                </a:moveTo>
                <a:cubicBezTo>
                  <a:pt x="6710658" y="1799081"/>
                  <a:pt x="6682932" y="1820402"/>
                  <a:pt x="6652150" y="1836444"/>
                </a:cubicBezTo>
                <a:lnTo>
                  <a:pt x="6599098" y="1866023"/>
                </a:lnTo>
                <a:cubicBezTo>
                  <a:pt x="6589401" y="1871415"/>
                  <a:pt x="6579341" y="1877044"/>
                  <a:pt x="6568919" y="1883151"/>
                </a:cubicBezTo>
                <a:lnTo>
                  <a:pt x="6537064" y="1902430"/>
                </a:lnTo>
                <a:cubicBezTo>
                  <a:pt x="6573949" y="1845547"/>
                  <a:pt x="6674428" y="1827462"/>
                  <a:pt x="6734065" y="1773453"/>
                </a:cubicBezTo>
                <a:close/>
                <a:moveTo>
                  <a:pt x="5705236" y="1773453"/>
                </a:moveTo>
                <a:cubicBezTo>
                  <a:pt x="5677811" y="1783634"/>
                  <a:pt x="5659968" y="1792017"/>
                  <a:pt x="5689547" y="1795969"/>
                </a:cubicBezTo>
                <a:cubicBezTo>
                  <a:pt x="5670264" y="1812972"/>
                  <a:pt x="5667752" y="1792495"/>
                  <a:pt x="5655296" y="1794172"/>
                </a:cubicBezTo>
                <a:cubicBezTo>
                  <a:pt x="5672062" y="1810937"/>
                  <a:pt x="5607994" y="1823992"/>
                  <a:pt x="5635535" y="1826268"/>
                </a:cubicBezTo>
                <a:cubicBezTo>
                  <a:pt x="5654938" y="1813213"/>
                  <a:pt x="5700322" y="1809619"/>
                  <a:pt x="5703796" y="1790340"/>
                </a:cubicBezTo>
                <a:cubicBezTo>
                  <a:pt x="5699844" y="1791538"/>
                  <a:pt x="5694935" y="1792495"/>
                  <a:pt x="5693857" y="1786146"/>
                </a:cubicBezTo>
                <a:cubicBezTo>
                  <a:pt x="5698766" y="1782435"/>
                  <a:pt x="5707869" y="1780160"/>
                  <a:pt x="5705236" y="1773453"/>
                </a:cubicBezTo>
                <a:close/>
                <a:moveTo>
                  <a:pt x="6397054" y="1751442"/>
                </a:moveTo>
                <a:lnTo>
                  <a:pt x="6388374" y="1760670"/>
                </a:lnTo>
                <a:cubicBezTo>
                  <a:pt x="6377069" y="1765670"/>
                  <a:pt x="6361385" y="1772673"/>
                  <a:pt x="6353239" y="1782078"/>
                </a:cubicBezTo>
                <a:cubicBezTo>
                  <a:pt x="6350243" y="1775608"/>
                  <a:pt x="6360187" y="1772255"/>
                  <a:pt x="6365216" y="1767583"/>
                </a:cubicBezTo>
                <a:cubicBezTo>
                  <a:pt x="6361742" y="1761239"/>
                  <a:pt x="6353239" y="1767583"/>
                  <a:pt x="6346175" y="1768902"/>
                </a:cubicBezTo>
                <a:cubicBezTo>
                  <a:pt x="6334197" y="1765790"/>
                  <a:pt x="6343537" y="1761838"/>
                  <a:pt x="6358148" y="1757886"/>
                </a:cubicBezTo>
                <a:close/>
                <a:moveTo>
                  <a:pt x="6397188" y="1751300"/>
                </a:moveTo>
                <a:lnTo>
                  <a:pt x="6397188" y="1751416"/>
                </a:lnTo>
                <a:lnTo>
                  <a:pt x="6397054" y="1751442"/>
                </a:lnTo>
                <a:close/>
                <a:moveTo>
                  <a:pt x="5732897" y="1738124"/>
                </a:moveTo>
                <a:cubicBezTo>
                  <a:pt x="5706671" y="1746029"/>
                  <a:pt x="5689905" y="1742197"/>
                  <a:pt x="5675893" y="1762075"/>
                </a:cubicBezTo>
                <a:cubicBezTo>
                  <a:pt x="5693258" y="1750102"/>
                  <a:pt x="5728708" y="1763515"/>
                  <a:pt x="5732897" y="1738124"/>
                </a:cubicBezTo>
                <a:close/>
                <a:moveTo>
                  <a:pt x="6049177" y="1729983"/>
                </a:moveTo>
                <a:cubicBezTo>
                  <a:pt x="6049833" y="1739262"/>
                  <a:pt x="6039536" y="1741090"/>
                  <a:pt x="6028067" y="1743469"/>
                </a:cubicBezTo>
                <a:lnTo>
                  <a:pt x="6000957" y="1759683"/>
                </a:lnTo>
                <a:lnTo>
                  <a:pt x="6000074" y="1759799"/>
                </a:lnTo>
                <a:lnTo>
                  <a:pt x="5999957" y="1760282"/>
                </a:lnTo>
                <a:lnTo>
                  <a:pt x="6000957" y="1759683"/>
                </a:lnTo>
                <a:lnTo>
                  <a:pt x="6046630" y="1753515"/>
                </a:lnTo>
                <a:cubicBezTo>
                  <a:pt x="6061573" y="1749115"/>
                  <a:pt x="6069176" y="1741840"/>
                  <a:pt x="6049177" y="1729983"/>
                </a:cubicBezTo>
                <a:close/>
                <a:moveTo>
                  <a:pt x="5835591" y="1729621"/>
                </a:moveTo>
                <a:cubicBezTo>
                  <a:pt x="5830708" y="1727587"/>
                  <a:pt x="5805771" y="1735728"/>
                  <a:pt x="5775411" y="1760161"/>
                </a:cubicBezTo>
                <a:cubicBezTo>
                  <a:pt x="5825291" y="1743874"/>
                  <a:pt x="5840470" y="1731659"/>
                  <a:pt x="5835591" y="1729621"/>
                </a:cubicBezTo>
                <a:close/>
                <a:moveTo>
                  <a:pt x="5751534" y="1698392"/>
                </a:moveTo>
                <a:cubicBezTo>
                  <a:pt x="5748805" y="1698650"/>
                  <a:pt x="5746702" y="1701569"/>
                  <a:pt x="5745595" y="1709023"/>
                </a:cubicBezTo>
                <a:cubicBezTo>
                  <a:pt x="5750142" y="1707588"/>
                  <a:pt x="5754572" y="1706390"/>
                  <a:pt x="5755654" y="1712618"/>
                </a:cubicBezTo>
                <a:cubicBezTo>
                  <a:pt x="5745832" y="1714294"/>
                  <a:pt x="5711701" y="1732375"/>
                  <a:pt x="5736850" y="1728664"/>
                </a:cubicBezTo>
                <a:cubicBezTo>
                  <a:pt x="5743077" y="1727707"/>
                  <a:pt x="5751103" y="1722798"/>
                  <a:pt x="5754094" y="1729384"/>
                </a:cubicBezTo>
                <a:cubicBezTo>
                  <a:pt x="5749784" y="1731418"/>
                  <a:pt x="5745952" y="1733935"/>
                  <a:pt x="5749784" y="1739081"/>
                </a:cubicBezTo>
                <a:cubicBezTo>
                  <a:pt x="5758645" y="1730940"/>
                  <a:pt x="5790263" y="1731418"/>
                  <a:pt x="5782958" y="1717286"/>
                </a:cubicBezTo>
                <a:cubicBezTo>
                  <a:pt x="5776670" y="1719622"/>
                  <a:pt x="5768437" y="1710101"/>
                  <a:pt x="5761223" y="1703726"/>
                </a:cubicBezTo>
                <a:cubicBezTo>
                  <a:pt x="5757615" y="1700537"/>
                  <a:pt x="5754262" y="1698134"/>
                  <a:pt x="5751534" y="1698392"/>
                </a:cubicBezTo>
                <a:close/>
                <a:moveTo>
                  <a:pt x="6497305" y="1690223"/>
                </a:moveTo>
                <a:cubicBezTo>
                  <a:pt x="6486383" y="1705955"/>
                  <a:pt x="6472160" y="1719113"/>
                  <a:pt x="6455631" y="1728785"/>
                </a:cubicBezTo>
                <a:cubicBezTo>
                  <a:pt x="6436348" y="1739801"/>
                  <a:pt x="6414794" y="1743995"/>
                  <a:pt x="6402700" y="1723755"/>
                </a:cubicBezTo>
                <a:cubicBezTo>
                  <a:pt x="6418126" y="1720997"/>
                  <a:pt x="6433245" y="1716747"/>
                  <a:pt x="6447847" y="1711062"/>
                </a:cubicBezTo>
                <a:cubicBezTo>
                  <a:pt x="6463536" y="1705312"/>
                  <a:pt x="6480780" y="1697287"/>
                  <a:pt x="6497305" y="1690223"/>
                </a:cubicBezTo>
                <a:close/>
                <a:moveTo>
                  <a:pt x="6888553" y="1681961"/>
                </a:moveTo>
                <a:cubicBezTo>
                  <a:pt x="6873705" y="1697102"/>
                  <a:pt x="6857331" y="1710665"/>
                  <a:pt x="6839690" y="1722436"/>
                </a:cubicBezTo>
                <a:cubicBezTo>
                  <a:pt x="6818735" y="1736689"/>
                  <a:pt x="6793944" y="1752977"/>
                  <a:pt x="6767119" y="1770342"/>
                </a:cubicBezTo>
                <a:cubicBezTo>
                  <a:pt x="6776101" y="1745551"/>
                  <a:pt x="6844962" y="1699804"/>
                  <a:pt x="6888553" y="1681961"/>
                </a:cubicBezTo>
                <a:close/>
                <a:moveTo>
                  <a:pt x="6072368" y="1665783"/>
                </a:moveTo>
                <a:cubicBezTo>
                  <a:pt x="6067536" y="1664943"/>
                  <a:pt x="6062603" y="1665486"/>
                  <a:pt x="6057948" y="1666885"/>
                </a:cubicBezTo>
                <a:cubicBezTo>
                  <a:pt x="6048639" y="1669686"/>
                  <a:pt x="6040433" y="1675910"/>
                  <a:pt x="6036364" y="1681362"/>
                </a:cubicBezTo>
                <a:cubicBezTo>
                  <a:pt x="6028218" y="1692258"/>
                  <a:pt x="6036364" y="1701839"/>
                  <a:pt x="6086062" y="1673457"/>
                </a:cubicBezTo>
                <a:lnTo>
                  <a:pt x="6086183" y="1672979"/>
                </a:lnTo>
                <a:cubicBezTo>
                  <a:pt x="6081931" y="1668846"/>
                  <a:pt x="6077200" y="1666623"/>
                  <a:pt x="6072368" y="1665783"/>
                </a:cubicBezTo>
                <a:close/>
                <a:moveTo>
                  <a:pt x="6483056" y="1664475"/>
                </a:moveTo>
                <a:cubicBezTo>
                  <a:pt x="6483056" y="1674056"/>
                  <a:pt x="6471078" y="1681720"/>
                  <a:pt x="6455631" y="1688426"/>
                </a:cubicBezTo>
                <a:cubicBezTo>
                  <a:pt x="6441473" y="1693969"/>
                  <a:pt x="6427845" y="1700783"/>
                  <a:pt x="6414915" y="1708786"/>
                </a:cubicBezTo>
                <a:cubicBezTo>
                  <a:pt x="6421401" y="1695615"/>
                  <a:pt x="6432228" y="1685086"/>
                  <a:pt x="6445572" y="1678965"/>
                </a:cubicBezTo>
                <a:cubicBezTo>
                  <a:pt x="6457666" y="1673156"/>
                  <a:pt x="6470199" y="1668307"/>
                  <a:pt x="6483056" y="1664475"/>
                </a:cubicBezTo>
                <a:close/>
                <a:moveTo>
                  <a:pt x="6689039" y="1663156"/>
                </a:moveTo>
                <a:cubicBezTo>
                  <a:pt x="6655025" y="1739081"/>
                  <a:pt x="6559821" y="1736569"/>
                  <a:pt x="6486646" y="1787823"/>
                </a:cubicBezTo>
                <a:cubicBezTo>
                  <a:pt x="6549162" y="1727944"/>
                  <a:pt x="6602335" y="1721122"/>
                  <a:pt x="6689039" y="1663156"/>
                </a:cubicBezTo>
                <a:close/>
                <a:moveTo>
                  <a:pt x="6163784" y="1645554"/>
                </a:moveTo>
                <a:cubicBezTo>
                  <a:pt x="6155880" y="1675612"/>
                  <a:pt x="6040795" y="1685551"/>
                  <a:pt x="6163784" y="1645554"/>
                </a:cubicBezTo>
                <a:close/>
                <a:moveTo>
                  <a:pt x="6466889" y="1597770"/>
                </a:moveTo>
                <a:cubicBezTo>
                  <a:pt x="6414673" y="1608187"/>
                  <a:pt x="6332279" y="1701119"/>
                  <a:pt x="6326892" y="1671781"/>
                </a:cubicBezTo>
                <a:cubicBezTo>
                  <a:pt x="6212884" y="1760640"/>
                  <a:pt x="6081748" y="1780401"/>
                  <a:pt x="6017559" y="1800637"/>
                </a:cubicBezTo>
                <a:cubicBezTo>
                  <a:pt x="6063426" y="1807705"/>
                  <a:pt x="5993609" y="1801477"/>
                  <a:pt x="5990734" y="1820398"/>
                </a:cubicBezTo>
                <a:cubicBezTo>
                  <a:pt x="6000556" y="1810575"/>
                  <a:pt x="6029058" y="1819557"/>
                  <a:pt x="6011452" y="1827462"/>
                </a:cubicBezTo>
                <a:cubicBezTo>
                  <a:pt x="5973662" y="1827781"/>
                  <a:pt x="5936187" y="1834379"/>
                  <a:pt x="5900556" y="1846982"/>
                </a:cubicBezTo>
                <a:cubicBezTo>
                  <a:pt x="5873744" y="1856925"/>
                  <a:pt x="5848116" y="1869816"/>
                  <a:pt x="5824153" y="1885427"/>
                </a:cubicBezTo>
                <a:cubicBezTo>
                  <a:pt x="5803236" y="1899516"/>
                  <a:pt x="5781480" y="1912313"/>
                  <a:pt x="5759003" y="1923747"/>
                </a:cubicBezTo>
                <a:cubicBezTo>
                  <a:pt x="5735453" y="1935367"/>
                  <a:pt x="5709580" y="1941509"/>
                  <a:pt x="5683319" y="1941711"/>
                </a:cubicBezTo>
                <a:cubicBezTo>
                  <a:pt x="5667153" y="1991651"/>
                  <a:pt x="5611463" y="1964584"/>
                  <a:pt x="5593978" y="2002667"/>
                </a:cubicBezTo>
                <a:cubicBezTo>
                  <a:pt x="5608951" y="1994164"/>
                  <a:pt x="5620566" y="1993565"/>
                  <a:pt x="5627152" y="2004702"/>
                </a:cubicBezTo>
                <a:cubicBezTo>
                  <a:pt x="5622363" y="2008538"/>
                  <a:pt x="5613739" y="2010572"/>
                  <a:pt x="5616256" y="2017278"/>
                </a:cubicBezTo>
                <a:cubicBezTo>
                  <a:pt x="5632061" y="2009374"/>
                  <a:pt x="5653499" y="1996797"/>
                  <a:pt x="5676130" y="1983505"/>
                </a:cubicBezTo>
                <a:cubicBezTo>
                  <a:pt x="5698766" y="1970213"/>
                  <a:pt x="5721997" y="1956081"/>
                  <a:pt x="5744276" y="1944465"/>
                </a:cubicBezTo>
                <a:cubicBezTo>
                  <a:pt x="5788466" y="1921472"/>
                  <a:pt x="5824390" y="1909735"/>
                  <a:pt x="5824752" y="1938957"/>
                </a:cubicBezTo>
                <a:cubicBezTo>
                  <a:pt x="5872653" y="1945185"/>
                  <a:pt x="5901875" y="1897042"/>
                  <a:pt x="5965827" y="1863269"/>
                </a:cubicBezTo>
                <a:cubicBezTo>
                  <a:pt x="6003548" y="1843749"/>
                  <a:pt x="6060552" y="1827341"/>
                  <a:pt x="6107617" y="1811894"/>
                </a:cubicBezTo>
                <a:cubicBezTo>
                  <a:pt x="6154682" y="1796447"/>
                  <a:pt x="6192886" y="1779802"/>
                  <a:pt x="6191446" y="1762316"/>
                </a:cubicBezTo>
                <a:cubicBezTo>
                  <a:pt x="6207255" y="1762196"/>
                  <a:pt x="6231085" y="1771057"/>
                  <a:pt x="6206419" y="1755369"/>
                </a:cubicBezTo>
                <a:lnTo>
                  <a:pt x="6274797" y="1722199"/>
                </a:lnTo>
                <a:cubicBezTo>
                  <a:pt x="6298748" y="1710222"/>
                  <a:pt x="6322703" y="1698244"/>
                  <a:pt x="6346653" y="1684715"/>
                </a:cubicBezTo>
                <a:cubicBezTo>
                  <a:pt x="6370604" y="1671177"/>
                  <a:pt x="6392878" y="1657407"/>
                  <a:pt x="6413238" y="1643279"/>
                </a:cubicBezTo>
                <a:cubicBezTo>
                  <a:pt x="6432560" y="1629892"/>
                  <a:pt x="6450533" y="1614652"/>
                  <a:pt x="6466889" y="1597770"/>
                </a:cubicBezTo>
                <a:close/>
                <a:moveTo>
                  <a:pt x="6862327" y="1574177"/>
                </a:moveTo>
                <a:lnTo>
                  <a:pt x="6862327" y="1574655"/>
                </a:lnTo>
                <a:lnTo>
                  <a:pt x="6862189" y="1574327"/>
                </a:lnTo>
                <a:close/>
                <a:moveTo>
                  <a:pt x="7250816" y="1569867"/>
                </a:moveTo>
                <a:cubicBezTo>
                  <a:pt x="7225668" y="1614656"/>
                  <a:pt x="7146148" y="1655015"/>
                  <a:pt x="7108065" y="1667350"/>
                </a:cubicBezTo>
                <a:cubicBezTo>
                  <a:pt x="7122077" y="1628306"/>
                  <a:pt x="7201238" y="1607592"/>
                  <a:pt x="7250816" y="1569867"/>
                </a:cubicBezTo>
                <a:close/>
                <a:moveTo>
                  <a:pt x="6219590" y="1568910"/>
                </a:moveTo>
                <a:cubicBezTo>
                  <a:pt x="6211328" y="1610462"/>
                  <a:pt x="6183662" y="1619328"/>
                  <a:pt x="6156121" y="1627948"/>
                </a:cubicBezTo>
                <a:cubicBezTo>
                  <a:pt x="6128576" y="1636568"/>
                  <a:pt x="6101389" y="1644955"/>
                  <a:pt x="6092170" y="1686749"/>
                </a:cubicBezTo>
                <a:lnTo>
                  <a:pt x="6092290" y="1686271"/>
                </a:lnTo>
                <a:cubicBezTo>
                  <a:pt x="6049897" y="1705912"/>
                  <a:pt x="6008461" y="1723876"/>
                  <a:pt x="5966068" y="1742676"/>
                </a:cubicBezTo>
                <a:cubicBezTo>
                  <a:pt x="5962603" y="1735155"/>
                  <a:pt x="5962090" y="1726608"/>
                  <a:pt x="5964628" y="1718725"/>
                </a:cubicBezTo>
                <a:cubicBezTo>
                  <a:pt x="5926545" y="1725910"/>
                  <a:pt x="5911456" y="1760041"/>
                  <a:pt x="5884031" y="1753334"/>
                </a:cubicBezTo>
                <a:cubicBezTo>
                  <a:pt x="5886307" y="1761717"/>
                  <a:pt x="5893492" y="1771898"/>
                  <a:pt x="5885350" y="1777285"/>
                </a:cubicBezTo>
                <a:cubicBezTo>
                  <a:pt x="5833255" y="1782078"/>
                  <a:pt x="5799844" y="1791297"/>
                  <a:pt x="5793854" y="1823751"/>
                </a:cubicBezTo>
                <a:cubicBezTo>
                  <a:pt x="5825351" y="1810937"/>
                  <a:pt x="5850862" y="1800878"/>
                  <a:pt x="5872894" y="1792254"/>
                </a:cubicBezTo>
                <a:lnTo>
                  <a:pt x="5932773" y="1769023"/>
                </a:lnTo>
                <a:cubicBezTo>
                  <a:pt x="5969658" y="1755011"/>
                  <a:pt x="6004625" y="1740879"/>
                  <a:pt x="6060914" y="1716687"/>
                </a:cubicBezTo>
                <a:cubicBezTo>
                  <a:pt x="6064150" y="1724134"/>
                  <a:pt x="6070042" y="1730112"/>
                  <a:pt x="6077438" y="1733452"/>
                </a:cubicBezTo>
                <a:cubicBezTo>
                  <a:pt x="6124025" y="1719204"/>
                  <a:pt x="6120435" y="1689025"/>
                  <a:pt x="6137317" y="1665553"/>
                </a:cubicBezTo>
                <a:cubicBezTo>
                  <a:pt x="6141032" y="1672988"/>
                  <a:pt x="6141722" y="1681573"/>
                  <a:pt x="6139235" y="1689503"/>
                </a:cubicBezTo>
                <a:cubicBezTo>
                  <a:pt x="6150492" y="1680521"/>
                  <a:pt x="6163185" y="1671901"/>
                  <a:pt x="6176240" y="1663398"/>
                </a:cubicBezTo>
                <a:cubicBezTo>
                  <a:pt x="6189291" y="1654894"/>
                  <a:pt x="6202824" y="1645912"/>
                  <a:pt x="6215517" y="1636930"/>
                </a:cubicBezTo>
                <a:cubicBezTo>
                  <a:pt x="6213604" y="1603398"/>
                  <a:pt x="6176120" y="1654894"/>
                  <a:pt x="6168457" y="1635374"/>
                </a:cubicBezTo>
                <a:cubicBezTo>
                  <a:pt x="6219711" y="1605433"/>
                  <a:pt x="6269888" y="1612980"/>
                  <a:pt x="6284977" y="1569625"/>
                </a:cubicBezTo>
                <a:cubicBezTo>
                  <a:pt x="6263781" y="1581603"/>
                  <a:pt x="6234322" y="1590585"/>
                  <a:pt x="6228335" y="1605553"/>
                </a:cubicBezTo>
                <a:cubicBezTo>
                  <a:pt x="6230370" y="1585314"/>
                  <a:pt x="6221388" y="1593580"/>
                  <a:pt x="6219590" y="1568910"/>
                </a:cubicBezTo>
                <a:close/>
                <a:moveTo>
                  <a:pt x="7056931" y="1567470"/>
                </a:moveTo>
                <a:cubicBezTo>
                  <a:pt x="7044855" y="1581736"/>
                  <a:pt x="7031593" y="1594959"/>
                  <a:pt x="7017292" y="1606993"/>
                </a:cubicBezTo>
                <a:cubicBezTo>
                  <a:pt x="7005349" y="1616535"/>
                  <a:pt x="6992833" y="1625332"/>
                  <a:pt x="6979808" y="1633336"/>
                </a:cubicBezTo>
                <a:cubicBezTo>
                  <a:pt x="6955017" y="1648787"/>
                  <a:pt x="6929989" y="1660881"/>
                  <a:pt x="6901125" y="1682319"/>
                </a:cubicBezTo>
                <a:cubicBezTo>
                  <a:pt x="6931545" y="1637288"/>
                  <a:pt x="7011064" y="1603157"/>
                  <a:pt x="7056931" y="1567470"/>
                </a:cubicBezTo>
                <a:close/>
                <a:moveTo>
                  <a:pt x="6538142" y="1557174"/>
                </a:moveTo>
                <a:cubicBezTo>
                  <a:pt x="6516829" y="1571664"/>
                  <a:pt x="6481259" y="1582680"/>
                  <a:pt x="6490241" y="1601601"/>
                </a:cubicBezTo>
                <a:cubicBezTo>
                  <a:pt x="6515510" y="1588667"/>
                  <a:pt x="6538142" y="1574655"/>
                  <a:pt x="6538142" y="1557174"/>
                </a:cubicBezTo>
                <a:close/>
                <a:moveTo>
                  <a:pt x="7006151" y="1551424"/>
                </a:moveTo>
                <a:cubicBezTo>
                  <a:pt x="6946802" y="1606601"/>
                  <a:pt x="6882683" y="1656416"/>
                  <a:pt x="6814542" y="1700283"/>
                </a:cubicBezTo>
                <a:cubicBezTo>
                  <a:pt x="6747957" y="1744111"/>
                  <a:pt x="6683889" y="1781479"/>
                  <a:pt x="6633949" y="1815967"/>
                </a:cubicBezTo>
                <a:cubicBezTo>
                  <a:pt x="6676225" y="1773096"/>
                  <a:pt x="6745565" y="1729504"/>
                  <a:pt x="6816218" y="1684232"/>
                </a:cubicBezTo>
                <a:cubicBezTo>
                  <a:pt x="6886872" y="1638964"/>
                  <a:pt x="6958849" y="1592503"/>
                  <a:pt x="7006151" y="1551424"/>
                </a:cubicBezTo>
                <a:close/>
                <a:moveTo>
                  <a:pt x="6348088" y="1545076"/>
                </a:moveTo>
                <a:cubicBezTo>
                  <a:pt x="6313358" y="1558730"/>
                  <a:pt x="6322582" y="1555855"/>
                  <a:pt x="6292162" y="1565794"/>
                </a:cubicBezTo>
                <a:cubicBezTo>
                  <a:pt x="6294080" y="1592382"/>
                  <a:pt x="6351321" y="1555376"/>
                  <a:pt x="6348088" y="1545076"/>
                </a:cubicBezTo>
                <a:close/>
                <a:moveTo>
                  <a:pt x="6278749" y="1539567"/>
                </a:moveTo>
                <a:cubicBezTo>
                  <a:pt x="6288572" y="1551545"/>
                  <a:pt x="6224978" y="1549149"/>
                  <a:pt x="6229891" y="1572500"/>
                </a:cubicBezTo>
                <a:cubicBezTo>
                  <a:pt x="6244261" y="1582560"/>
                  <a:pt x="6309889" y="1540287"/>
                  <a:pt x="6278749" y="1539567"/>
                </a:cubicBezTo>
                <a:close/>
                <a:moveTo>
                  <a:pt x="6857777" y="1537025"/>
                </a:moveTo>
                <a:cubicBezTo>
                  <a:pt x="6862809" y="1538366"/>
                  <a:pt x="6858801" y="1547606"/>
                  <a:pt x="6854961" y="1556812"/>
                </a:cubicBezTo>
                <a:lnTo>
                  <a:pt x="6862189" y="1574327"/>
                </a:lnTo>
                <a:lnTo>
                  <a:pt x="6853073" y="1584236"/>
                </a:lnTo>
                <a:cubicBezTo>
                  <a:pt x="6845112" y="1588042"/>
                  <a:pt x="6833225" y="1592322"/>
                  <a:pt x="6820291" y="1597170"/>
                </a:cubicBezTo>
                <a:cubicBezTo>
                  <a:pt x="6794423" y="1606872"/>
                  <a:pt x="6764722" y="1620044"/>
                  <a:pt x="6753585" y="1638964"/>
                </a:cubicBezTo>
                <a:cubicBezTo>
                  <a:pt x="6753585" y="1604597"/>
                  <a:pt x="6847595" y="1574177"/>
                  <a:pt x="6849392" y="1538611"/>
                </a:cubicBezTo>
                <a:cubicBezTo>
                  <a:pt x="6853419" y="1537008"/>
                  <a:pt x="6856100" y="1536578"/>
                  <a:pt x="6857777" y="1537025"/>
                </a:cubicBezTo>
                <a:close/>
                <a:moveTo>
                  <a:pt x="6763645" y="1500170"/>
                </a:moveTo>
                <a:cubicBezTo>
                  <a:pt x="6780773" y="1512863"/>
                  <a:pt x="6756581" y="1522922"/>
                  <a:pt x="6764722" y="1535016"/>
                </a:cubicBezTo>
                <a:cubicBezTo>
                  <a:pt x="6738617" y="1558967"/>
                  <a:pt x="6725803" y="1542201"/>
                  <a:pt x="6701611" y="1558967"/>
                </a:cubicBezTo>
                <a:cubicBezTo>
                  <a:pt x="6712748" y="1539210"/>
                  <a:pt x="6738737" y="1519806"/>
                  <a:pt x="6763645" y="1500170"/>
                </a:cubicBezTo>
                <a:close/>
                <a:moveTo>
                  <a:pt x="6342938" y="1481607"/>
                </a:moveTo>
                <a:cubicBezTo>
                  <a:pt x="6332163" y="1488912"/>
                  <a:pt x="6314320" y="1493580"/>
                  <a:pt x="6316595" y="1503760"/>
                </a:cubicBezTo>
                <a:cubicBezTo>
                  <a:pt x="6325814" y="1500170"/>
                  <a:pt x="6337072" y="1491787"/>
                  <a:pt x="6342343" y="1498730"/>
                </a:cubicBezTo>
                <a:cubicBezTo>
                  <a:pt x="6337313" y="1503161"/>
                  <a:pt x="6336594" y="1508553"/>
                  <a:pt x="6342343" y="1515496"/>
                </a:cubicBezTo>
                <a:cubicBezTo>
                  <a:pt x="6348032" y="1511906"/>
                  <a:pt x="6365604" y="1503372"/>
                  <a:pt x="6378151" y="1496097"/>
                </a:cubicBezTo>
                <a:lnTo>
                  <a:pt x="6383629" y="1484555"/>
                </a:lnTo>
                <a:lnTo>
                  <a:pt x="6383775" y="1484481"/>
                </a:lnTo>
                <a:lnTo>
                  <a:pt x="6383775" y="1484240"/>
                </a:lnTo>
                <a:lnTo>
                  <a:pt x="6383629" y="1484555"/>
                </a:lnTo>
                <a:lnTo>
                  <a:pt x="6357743" y="1497502"/>
                </a:lnTo>
                <a:cubicBezTo>
                  <a:pt x="6350394" y="1498433"/>
                  <a:pt x="6344916" y="1494541"/>
                  <a:pt x="6342938" y="1481607"/>
                </a:cubicBezTo>
                <a:close/>
                <a:moveTo>
                  <a:pt x="6511678" y="1461488"/>
                </a:moveTo>
                <a:cubicBezTo>
                  <a:pt x="6465212" y="1482921"/>
                  <a:pt x="6473832" y="1490110"/>
                  <a:pt x="6455153" y="1469271"/>
                </a:cubicBezTo>
                <a:cubicBezTo>
                  <a:pt x="6425845" y="1498209"/>
                  <a:pt x="6390688" y="1520543"/>
                  <a:pt x="6352041" y="1534779"/>
                </a:cubicBezTo>
                <a:cubicBezTo>
                  <a:pt x="6399946" y="1548670"/>
                  <a:pt x="6468324" y="1497054"/>
                  <a:pt x="6511678" y="1461488"/>
                </a:cubicBezTo>
                <a:close/>
                <a:moveTo>
                  <a:pt x="7218603" y="1451307"/>
                </a:moveTo>
                <a:cubicBezTo>
                  <a:pt x="7212733" y="1450708"/>
                  <a:pt x="7190938" y="1477891"/>
                  <a:pt x="7164354" y="1503523"/>
                </a:cubicBezTo>
                <a:cubicBezTo>
                  <a:pt x="7137765" y="1529150"/>
                  <a:pt x="7105789" y="1552859"/>
                  <a:pt x="7081123" y="1548907"/>
                </a:cubicBezTo>
                <a:cubicBezTo>
                  <a:pt x="7096691" y="1550467"/>
                  <a:pt x="7123633" y="1525913"/>
                  <a:pt x="7150221" y="1501006"/>
                </a:cubicBezTo>
                <a:cubicBezTo>
                  <a:pt x="7176805" y="1476098"/>
                  <a:pt x="7202915" y="1449989"/>
                  <a:pt x="7218603" y="1451307"/>
                </a:cubicBezTo>
                <a:close/>
                <a:moveTo>
                  <a:pt x="6831396" y="1448880"/>
                </a:moveTo>
                <a:cubicBezTo>
                  <a:pt x="6830988" y="1447738"/>
                  <a:pt x="6827986" y="1448225"/>
                  <a:pt x="6821011" y="1451428"/>
                </a:cubicBezTo>
                <a:cubicBezTo>
                  <a:pt x="6730113" y="1523280"/>
                  <a:pt x="6681492" y="1530947"/>
                  <a:pt x="6638379" y="1599925"/>
                </a:cubicBezTo>
                <a:cubicBezTo>
                  <a:pt x="6676225" y="1593938"/>
                  <a:pt x="6715502" y="1544597"/>
                  <a:pt x="6713589" y="1577771"/>
                </a:cubicBezTo>
                <a:lnTo>
                  <a:pt x="6713589" y="1578370"/>
                </a:lnTo>
                <a:cubicBezTo>
                  <a:pt x="6737539" y="1557652"/>
                  <a:pt x="6792268" y="1537412"/>
                  <a:pt x="6795978" y="1514182"/>
                </a:cubicBezTo>
                <a:cubicBezTo>
                  <a:pt x="6786040" y="1520289"/>
                  <a:pt x="6776221" y="1525077"/>
                  <a:pt x="6772028" y="1512983"/>
                </a:cubicBezTo>
                <a:cubicBezTo>
                  <a:pt x="6803961" y="1499342"/>
                  <a:pt x="6834583" y="1482826"/>
                  <a:pt x="6863525" y="1463643"/>
                </a:cubicBezTo>
                <a:cubicBezTo>
                  <a:pt x="6877416" y="1452385"/>
                  <a:pt x="6865800" y="1452626"/>
                  <a:pt x="6802327" y="1473702"/>
                </a:cubicBezTo>
                <a:cubicBezTo>
                  <a:pt x="6810502" y="1470379"/>
                  <a:pt x="6832620" y="1452304"/>
                  <a:pt x="6831396" y="1448880"/>
                </a:cubicBezTo>
                <a:close/>
                <a:moveTo>
                  <a:pt x="6452178" y="1439653"/>
                </a:moveTo>
                <a:cubicBezTo>
                  <a:pt x="6447775" y="1438785"/>
                  <a:pt x="6442779" y="1439511"/>
                  <a:pt x="6437982" y="1441157"/>
                </a:cubicBezTo>
                <a:cubicBezTo>
                  <a:pt x="6428388" y="1444450"/>
                  <a:pt x="6419583" y="1451428"/>
                  <a:pt x="6417906" y="1456695"/>
                </a:cubicBezTo>
                <a:cubicBezTo>
                  <a:pt x="6421500" y="1463043"/>
                  <a:pt x="6425211" y="1469392"/>
                  <a:pt x="6428806" y="1475857"/>
                </a:cubicBezTo>
                <a:cubicBezTo>
                  <a:pt x="6448447" y="1467953"/>
                  <a:pt x="6438624" y="1455018"/>
                  <a:pt x="6462816" y="1447713"/>
                </a:cubicBezTo>
                <a:cubicBezTo>
                  <a:pt x="6460392" y="1442983"/>
                  <a:pt x="6456582" y="1440521"/>
                  <a:pt x="6452178" y="1439653"/>
                </a:cubicBezTo>
                <a:close/>
                <a:moveTo>
                  <a:pt x="7093515" y="1431697"/>
                </a:moveTo>
                <a:cubicBezTo>
                  <a:pt x="7101419" y="1432624"/>
                  <a:pt x="7108246" y="1438136"/>
                  <a:pt x="7115250" y="1443524"/>
                </a:cubicBezTo>
                <a:cubicBezTo>
                  <a:pt x="7087468" y="1467474"/>
                  <a:pt x="7047829" y="1487356"/>
                  <a:pt x="7013219" y="1506036"/>
                </a:cubicBezTo>
                <a:cubicBezTo>
                  <a:pt x="6978610" y="1524719"/>
                  <a:pt x="6948910" y="1541964"/>
                  <a:pt x="6939928" y="1563639"/>
                </a:cubicBezTo>
                <a:cubicBezTo>
                  <a:pt x="6923520" y="1541123"/>
                  <a:pt x="6959448" y="1523401"/>
                  <a:pt x="6997290" y="1504837"/>
                </a:cubicBezTo>
                <a:cubicBezTo>
                  <a:pt x="7035131" y="1486274"/>
                  <a:pt x="7074895" y="1467237"/>
                  <a:pt x="7065073" y="1447834"/>
                </a:cubicBezTo>
                <a:lnTo>
                  <a:pt x="7065314" y="1447355"/>
                </a:lnTo>
                <a:cubicBezTo>
                  <a:pt x="7076628" y="1434421"/>
                  <a:pt x="7085610" y="1430770"/>
                  <a:pt x="7093515" y="1431697"/>
                </a:cubicBezTo>
                <a:close/>
                <a:moveTo>
                  <a:pt x="6488443" y="1389511"/>
                </a:moveTo>
                <a:lnTo>
                  <a:pt x="6488396" y="1389778"/>
                </a:lnTo>
                <a:lnTo>
                  <a:pt x="6461411" y="1405216"/>
                </a:lnTo>
                <a:cubicBezTo>
                  <a:pt x="6451679" y="1410112"/>
                  <a:pt x="6444193" y="1415319"/>
                  <a:pt x="6447847" y="1422564"/>
                </a:cubicBezTo>
                <a:cubicBezTo>
                  <a:pt x="6462338" y="1415022"/>
                  <a:pt x="6465449" y="1440528"/>
                  <a:pt x="6481496" y="1428314"/>
                </a:cubicBezTo>
                <a:cubicBezTo>
                  <a:pt x="6478741" y="1421129"/>
                  <a:pt x="6481918" y="1414991"/>
                  <a:pt x="6485060" y="1408867"/>
                </a:cubicBezTo>
                <a:lnTo>
                  <a:pt x="6488396" y="1389778"/>
                </a:lnTo>
                <a:lnTo>
                  <a:pt x="6488443" y="1389752"/>
                </a:lnTo>
                <a:close/>
                <a:moveTo>
                  <a:pt x="6658093" y="1310293"/>
                </a:moveTo>
                <a:cubicBezTo>
                  <a:pt x="6656645" y="1310384"/>
                  <a:pt x="6648861" y="1314306"/>
                  <a:pt x="6631673" y="1323645"/>
                </a:cubicBezTo>
                <a:cubicBezTo>
                  <a:pt x="6622213" y="1328555"/>
                  <a:pt x="6605567" y="1334782"/>
                  <a:pt x="6587724" y="1344364"/>
                </a:cubicBezTo>
                <a:cubicBezTo>
                  <a:pt x="6567868" y="1354134"/>
                  <a:pt x="6550503" y="1368306"/>
                  <a:pt x="6536948" y="1385800"/>
                </a:cubicBezTo>
                <a:cubicBezTo>
                  <a:pt x="6534310" y="1376818"/>
                  <a:pt x="6502218" y="1377417"/>
                  <a:pt x="6510959" y="1393226"/>
                </a:cubicBezTo>
                <a:cubicBezTo>
                  <a:pt x="6520656" y="1390433"/>
                  <a:pt x="6530875" y="1389981"/>
                  <a:pt x="6540780" y="1391907"/>
                </a:cubicBezTo>
                <a:cubicBezTo>
                  <a:pt x="6536707" y="1394540"/>
                  <a:pt x="6535629" y="1402329"/>
                  <a:pt x="6544732" y="1398256"/>
                </a:cubicBezTo>
                <a:cubicBezTo>
                  <a:pt x="6545809" y="1383166"/>
                  <a:pt x="6571557" y="1371189"/>
                  <a:pt x="6580897" y="1357539"/>
                </a:cubicBezTo>
                <a:cubicBezTo>
                  <a:pt x="6603555" y="1346424"/>
                  <a:pt x="6625475" y="1333860"/>
                  <a:pt x="6646525" y="1319935"/>
                </a:cubicBezTo>
                <a:cubicBezTo>
                  <a:pt x="6654667" y="1313948"/>
                  <a:pt x="6659546" y="1310203"/>
                  <a:pt x="6658093" y="1310293"/>
                </a:cubicBezTo>
                <a:close/>
                <a:moveTo>
                  <a:pt x="7213690" y="1203530"/>
                </a:moveTo>
                <a:lnTo>
                  <a:pt x="7213212" y="1203772"/>
                </a:lnTo>
                <a:lnTo>
                  <a:pt x="7212966" y="1204134"/>
                </a:lnTo>
                <a:lnTo>
                  <a:pt x="7135252" y="1268439"/>
                </a:lnTo>
                <a:cubicBezTo>
                  <a:pt x="7112259" y="1285446"/>
                  <a:pt x="7090941" y="1301850"/>
                  <a:pt x="7064715" y="1322930"/>
                </a:cubicBezTo>
                <a:cubicBezTo>
                  <a:pt x="7082317" y="1322930"/>
                  <a:pt x="7120642" y="1298018"/>
                  <a:pt x="7153695" y="1269637"/>
                </a:cubicBezTo>
                <a:cubicBezTo>
                  <a:pt x="7170224" y="1255448"/>
                  <a:pt x="7185369" y="1240626"/>
                  <a:pt x="7196252" y="1228533"/>
                </a:cubicBezTo>
                <a:lnTo>
                  <a:pt x="7212966" y="1204134"/>
                </a:lnTo>
                <a:close/>
                <a:moveTo>
                  <a:pt x="7327625" y="1122709"/>
                </a:moveTo>
                <a:cubicBezTo>
                  <a:pt x="7327819" y="1119701"/>
                  <a:pt x="7320216" y="1124011"/>
                  <a:pt x="7309497" y="1132394"/>
                </a:cubicBezTo>
                <a:cubicBezTo>
                  <a:pt x="7296459" y="1142858"/>
                  <a:pt x="7284137" y="1154181"/>
                  <a:pt x="7272612" y="1166288"/>
                </a:cubicBezTo>
                <a:cubicBezTo>
                  <a:pt x="7260966" y="1177356"/>
                  <a:pt x="7251217" y="1190260"/>
                  <a:pt x="7243752" y="1204487"/>
                </a:cubicBezTo>
                <a:cubicBezTo>
                  <a:pt x="7254290" y="1183890"/>
                  <a:pt x="7280637" y="1175386"/>
                  <a:pt x="7298481" y="1156944"/>
                </a:cubicBezTo>
                <a:lnTo>
                  <a:pt x="7298959" y="1156944"/>
                </a:lnTo>
                <a:cubicBezTo>
                  <a:pt x="7319440" y="1136049"/>
                  <a:pt x="7327431" y="1125718"/>
                  <a:pt x="7327625" y="1122709"/>
                </a:cubicBezTo>
                <a:close/>
                <a:moveTo>
                  <a:pt x="7389258" y="1109999"/>
                </a:moveTo>
                <a:lnTo>
                  <a:pt x="7388740" y="1111085"/>
                </a:lnTo>
                <a:lnTo>
                  <a:pt x="7339300" y="1157650"/>
                </a:lnTo>
                <a:cubicBezTo>
                  <a:pt x="7323181" y="1167033"/>
                  <a:pt x="7311893" y="1174011"/>
                  <a:pt x="7318358" y="1190238"/>
                </a:cubicBezTo>
                <a:cubicBezTo>
                  <a:pt x="7330336" y="1176946"/>
                  <a:pt x="7351054" y="1167244"/>
                  <a:pt x="7367462" y="1155745"/>
                </a:cubicBezTo>
                <a:lnTo>
                  <a:pt x="7388740" y="1111085"/>
                </a:lnTo>
                <a:lnTo>
                  <a:pt x="7389258" y="1110598"/>
                </a:lnTo>
                <a:close/>
                <a:moveTo>
                  <a:pt x="6963521" y="1097427"/>
                </a:moveTo>
                <a:cubicBezTo>
                  <a:pt x="6938850" y="1124252"/>
                  <a:pt x="6910827" y="1121377"/>
                  <a:pt x="6914301" y="1151556"/>
                </a:cubicBezTo>
                <a:cubicBezTo>
                  <a:pt x="6938971" y="1141975"/>
                  <a:pt x="6961482" y="1121136"/>
                  <a:pt x="6963521" y="1097427"/>
                </a:cubicBezTo>
                <a:close/>
                <a:moveTo>
                  <a:pt x="5823907" y="981979"/>
                </a:moveTo>
                <a:lnTo>
                  <a:pt x="5817714" y="987367"/>
                </a:lnTo>
                <a:lnTo>
                  <a:pt x="5824519" y="983514"/>
                </a:lnTo>
                <a:close/>
                <a:moveTo>
                  <a:pt x="7419915" y="955275"/>
                </a:moveTo>
                <a:cubicBezTo>
                  <a:pt x="7353450" y="1015990"/>
                  <a:pt x="7278120" y="1080062"/>
                  <a:pt x="7206867" y="1140777"/>
                </a:cubicBezTo>
                <a:cubicBezTo>
                  <a:pt x="7140743" y="1194897"/>
                  <a:pt x="7077843" y="1252841"/>
                  <a:pt x="7018490" y="1314306"/>
                </a:cubicBezTo>
                <a:cubicBezTo>
                  <a:pt x="7037049" y="1294066"/>
                  <a:pt x="7017172" y="1341730"/>
                  <a:pt x="6996216" y="1333106"/>
                </a:cubicBezTo>
                <a:cubicBezTo>
                  <a:pt x="7016094" y="1346519"/>
                  <a:pt x="7029145" y="1323645"/>
                  <a:pt x="7037049" y="1336821"/>
                </a:cubicBezTo>
                <a:lnTo>
                  <a:pt x="7037528" y="1336580"/>
                </a:lnTo>
                <a:cubicBezTo>
                  <a:pt x="7097406" y="1262331"/>
                  <a:pt x="7175370" y="1211193"/>
                  <a:pt x="7249140" y="1154789"/>
                </a:cubicBezTo>
                <a:cubicBezTo>
                  <a:pt x="7322914" y="1098388"/>
                  <a:pt x="7390693" y="1037427"/>
                  <a:pt x="7419915" y="955275"/>
                </a:cubicBezTo>
                <a:close/>
                <a:moveTo>
                  <a:pt x="7243752" y="822462"/>
                </a:moveTo>
                <a:cubicBezTo>
                  <a:pt x="7198484" y="864019"/>
                  <a:pt x="7160880" y="902460"/>
                  <a:pt x="7134890" y="954676"/>
                </a:cubicBezTo>
                <a:lnTo>
                  <a:pt x="7135011" y="954434"/>
                </a:lnTo>
                <a:cubicBezTo>
                  <a:pt x="7109505" y="956594"/>
                  <a:pt x="7123038" y="968687"/>
                  <a:pt x="7140524" y="959348"/>
                </a:cubicBezTo>
                <a:cubicBezTo>
                  <a:pt x="7160440" y="934789"/>
                  <a:pt x="7181792" y="911438"/>
                  <a:pt x="7204471" y="889409"/>
                </a:cubicBezTo>
                <a:cubicBezTo>
                  <a:pt x="7213850" y="879919"/>
                  <a:pt x="7222276" y="869527"/>
                  <a:pt x="7229620" y="858390"/>
                </a:cubicBezTo>
                <a:cubicBezTo>
                  <a:pt x="7236546" y="847409"/>
                  <a:pt x="7241343" y="835220"/>
                  <a:pt x="7243752" y="822462"/>
                </a:cubicBezTo>
                <a:close/>
                <a:moveTo>
                  <a:pt x="7349735" y="625104"/>
                </a:moveTo>
                <a:cubicBezTo>
                  <a:pt x="7336921" y="623427"/>
                  <a:pt x="7321474" y="644744"/>
                  <a:pt x="7310695" y="666303"/>
                </a:cubicBezTo>
                <a:cubicBezTo>
                  <a:pt x="7299916" y="687857"/>
                  <a:pt x="7292610" y="708816"/>
                  <a:pt x="7298123" y="707498"/>
                </a:cubicBezTo>
                <a:cubicBezTo>
                  <a:pt x="7305695" y="690344"/>
                  <a:pt x="7317031" y="675121"/>
                  <a:pt x="7331292" y="662949"/>
                </a:cubicBezTo>
                <a:cubicBezTo>
                  <a:pt x="7343270" y="650972"/>
                  <a:pt x="7353209" y="640076"/>
                  <a:pt x="7349735" y="625104"/>
                </a:cubicBezTo>
                <a:close/>
                <a:moveTo>
                  <a:pt x="6135209" y="619832"/>
                </a:moveTo>
                <a:lnTo>
                  <a:pt x="6131128" y="623177"/>
                </a:lnTo>
                <a:lnTo>
                  <a:pt x="6136950" y="624832"/>
                </a:lnTo>
                <a:lnTo>
                  <a:pt x="6139713" y="625000"/>
                </a:lnTo>
                <a:close/>
                <a:moveTo>
                  <a:pt x="7432487" y="500558"/>
                </a:moveTo>
                <a:cubicBezTo>
                  <a:pt x="7408536" y="529180"/>
                  <a:pt x="7404347" y="539598"/>
                  <a:pt x="7416682" y="548459"/>
                </a:cubicBezTo>
                <a:cubicBezTo>
                  <a:pt x="7401709" y="546183"/>
                  <a:pt x="7362790" y="580077"/>
                  <a:pt x="7370694" y="603071"/>
                </a:cubicBezTo>
                <a:cubicBezTo>
                  <a:pt x="7389059" y="593020"/>
                  <a:pt x="7404903" y="578935"/>
                  <a:pt x="7417040" y="561872"/>
                </a:cubicBezTo>
                <a:cubicBezTo>
                  <a:pt x="7424035" y="552631"/>
                  <a:pt x="7429496" y="542317"/>
                  <a:pt x="7433207" y="531335"/>
                </a:cubicBezTo>
                <a:cubicBezTo>
                  <a:pt x="7436361" y="521276"/>
                  <a:pt x="7436107" y="510458"/>
                  <a:pt x="7432487" y="500558"/>
                </a:cubicBezTo>
                <a:close/>
                <a:moveTo>
                  <a:pt x="7528992" y="406496"/>
                </a:moveTo>
                <a:lnTo>
                  <a:pt x="7529492" y="408345"/>
                </a:lnTo>
                <a:lnTo>
                  <a:pt x="7528893" y="408104"/>
                </a:lnTo>
                <a:close/>
                <a:moveTo>
                  <a:pt x="7384943" y="372180"/>
                </a:moveTo>
                <a:cubicBezTo>
                  <a:pt x="7393326" y="385830"/>
                  <a:pt x="7387460" y="403794"/>
                  <a:pt x="7377280" y="421280"/>
                </a:cubicBezTo>
                <a:cubicBezTo>
                  <a:pt x="7366578" y="437563"/>
                  <a:pt x="7354816" y="453126"/>
                  <a:pt x="7342072" y="467862"/>
                </a:cubicBezTo>
                <a:cubicBezTo>
                  <a:pt x="7337762" y="450859"/>
                  <a:pt x="7346382" y="437084"/>
                  <a:pt x="7357402" y="422478"/>
                </a:cubicBezTo>
                <a:cubicBezTo>
                  <a:pt x="7369953" y="407789"/>
                  <a:pt x="7379332" y="390666"/>
                  <a:pt x="7384943" y="372180"/>
                </a:cubicBezTo>
                <a:close/>
                <a:moveTo>
                  <a:pt x="7520268" y="349785"/>
                </a:moveTo>
                <a:cubicBezTo>
                  <a:pt x="7523566" y="357746"/>
                  <a:pt x="7528324" y="365051"/>
                  <a:pt x="7530957" y="374003"/>
                </a:cubicBezTo>
                <a:lnTo>
                  <a:pt x="7528992" y="406496"/>
                </a:lnTo>
                <a:lnTo>
                  <a:pt x="7526259" y="396368"/>
                </a:lnTo>
                <a:cubicBezTo>
                  <a:pt x="7519553" y="394092"/>
                  <a:pt x="7516316" y="406190"/>
                  <a:pt x="7512006" y="413134"/>
                </a:cubicBezTo>
                <a:cubicBezTo>
                  <a:pt x="7492366" y="390739"/>
                  <a:pt x="7522066" y="380442"/>
                  <a:pt x="7520268" y="349785"/>
                </a:cubicBezTo>
                <a:close/>
                <a:moveTo>
                  <a:pt x="6645922" y="319607"/>
                </a:moveTo>
                <a:cubicBezTo>
                  <a:pt x="6629755" y="318051"/>
                  <a:pt x="6627238" y="322120"/>
                  <a:pt x="6633944" y="335295"/>
                </a:cubicBezTo>
                <a:cubicBezTo>
                  <a:pt x="6625324" y="323438"/>
                  <a:pt x="6600292" y="316732"/>
                  <a:pt x="6604843" y="335774"/>
                </a:cubicBezTo>
                <a:lnTo>
                  <a:pt x="6604843" y="335894"/>
                </a:lnTo>
                <a:cubicBezTo>
                  <a:pt x="6620532" y="345113"/>
                  <a:pt x="6652745" y="350742"/>
                  <a:pt x="6645922" y="319607"/>
                </a:cubicBezTo>
                <a:close/>
                <a:moveTo>
                  <a:pt x="6683173" y="319366"/>
                </a:moveTo>
                <a:lnTo>
                  <a:pt x="6658658" y="332942"/>
                </a:lnTo>
                <a:lnTo>
                  <a:pt x="6655425" y="338782"/>
                </a:lnTo>
                <a:close/>
                <a:moveTo>
                  <a:pt x="7412010" y="300324"/>
                </a:moveTo>
                <a:cubicBezTo>
                  <a:pt x="7418958" y="305354"/>
                  <a:pt x="7410333" y="320202"/>
                  <a:pt x="7419436" y="323555"/>
                </a:cubicBezTo>
                <a:cubicBezTo>
                  <a:pt x="7386021" y="353376"/>
                  <a:pt x="7412368" y="326671"/>
                  <a:pt x="7405661" y="359845"/>
                </a:cubicBezTo>
                <a:cubicBezTo>
                  <a:pt x="7400511" y="355893"/>
                  <a:pt x="7397757" y="360802"/>
                  <a:pt x="7395365" y="366189"/>
                </a:cubicBezTo>
                <a:cubicBezTo>
                  <a:pt x="7380276" y="341519"/>
                  <a:pt x="7402429" y="337330"/>
                  <a:pt x="7412010" y="300324"/>
                </a:cubicBezTo>
                <a:close/>
                <a:moveTo>
                  <a:pt x="6683675" y="281719"/>
                </a:moveTo>
                <a:cubicBezTo>
                  <a:pt x="6681953" y="280573"/>
                  <a:pt x="6680322" y="280386"/>
                  <a:pt x="6678854" y="282002"/>
                </a:cubicBezTo>
                <a:cubicBezTo>
                  <a:pt x="6681548" y="295893"/>
                  <a:pt x="6676161" y="304664"/>
                  <a:pt x="6669799" y="312793"/>
                </a:cubicBezTo>
                <a:lnTo>
                  <a:pt x="6665278" y="320973"/>
                </a:lnTo>
                <a:lnTo>
                  <a:pt x="6690418" y="288213"/>
                </a:lnTo>
                <a:lnTo>
                  <a:pt x="6689035" y="287183"/>
                </a:lnTo>
                <a:cubicBezTo>
                  <a:pt x="6687207" y="284968"/>
                  <a:pt x="6685396" y="282864"/>
                  <a:pt x="6683675" y="281719"/>
                </a:cubicBezTo>
                <a:close/>
                <a:moveTo>
                  <a:pt x="6569303" y="274037"/>
                </a:moveTo>
                <a:lnTo>
                  <a:pt x="6569032" y="277662"/>
                </a:lnTo>
                <a:lnTo>
                  <a:pt x="6570712" y="277572"/>
                </a:lnTo>
                <a:close/>
                <a:moveTo>
                  <a:pt x="6596107" y="249906"/>
                </a:moveTo>
                <a:lnTo>
                  <a:pt x="6591461" y="252436"/>
                </a:lnTo>
                <a:lnTo>
                  <a:pt x="6588827" y="255849"/>
                </a:lnTo>
                <a:cubicBezTo>
                  <a:pt x="6582690" y="255147"/>
                  <a:pt x="6576402" y="254039"/>
                  <a:pt x="6579453" y="264396"/>
                </a:cubicBezTo>
                <a:lnTo>
                  <a:pt x="6586396" y="263853"/>
                </a:lnTo>
                <a:close/>
                <a:moveTo>
                  <a:pt x="6414708" y="247634"/>
                </a:moveTo>
                <a:lnTo>
                  <a:pt x="6405079" y="250932"/>
                </a:lnTo>
                <a:lnTo>
                  <a:pt x="6405562" y="252600"/>
                </a:lnTo>
                <a:lnTo>
                  <a:pt x="6408941" y="252336"/>
                </a:lnTo>
                <a:lnTo>
                  <a:pt x="6416048" y="247634"/>
                </a:lnTo>
                <a:close/>
                <a:moveTo>
                  <a:pt x="6489775" y="233614"/>
                </a:moveTo>
                <a:lnTo>
                  <a:pt x="6485689" y="236851"/>
                </a:lnTo>
                <a:lnTo>
                  <a:pt x="6471302" y="244678"/>
                </a:lnTo>
                <a:lnTo>
                  <a:pt x="6471397" y="245729"/>
                </a:lnTo>
                <a:lnTo>
                  <a:pt x="6490404" y="241803"/>
                </a:lnTo>
                <a:close/>
                <a:moveTo>
                  <a:pt x="7113095" y="124403"/>
                </a:moveTo>
                <a:cubicBezTo>
                  <a:pt x="7120762" y="133622"/>
                  <a:pt x="7116810" y="144401"/>
                  <a:pt x="7109625" y="154219"/>
                </a:cubicBezTo>
                <a:cubicBezTo>
                  <a:pt x="7102441" y="164042"/>
                  <a:pt x="7092140" y="173024"/>
                  <a:pt x="7088187" y="179368"/>
                </a:cubicBezTo>
                <a:lnTo>
                  <a:pt x="7088187" y="179011"/>
                </a:lnTo>
                <a:cubicBezTo>
                  <a:pt x="7074055" y="161167"/>
                  <a:pt x="7113095" y="150746"/>
                  <a:pt x="7113095" y="124403"/>
                </a:cubicBezTo>
                <a:close/>
                <a:moveTo>
                  <a:pt x="7031420" y="115899"/>
                </a:moveTo>
                <a:cubicBezTo>
                  <a:pt x="7034714" y="120540"/>
                  <a:pt x="7035553" y="122718"/>
                  <a:pt x="7034974" y="123240"/>
                </a:cubicBezTo>
                <a:lnTo>
                  <a:pt x="7034348" y="122913"/>
                </a:lnTo>
                <a:close/>
                <a:moveTo>
                  <a:pt x="7170939" y="108473"/>
                </a:moveTo>
                <a:cubicBezTo>
                  <a:pt x="7185399" y="103745"/>
                  <a:pt x="7201152" y="110249"/>
                  <a:pt x="7208065" y="123804"/>
                </a:cubicBezTo>
                <a:cubicBezTo>
                  <a:pt x="7214888" y="137574"/>
                  <a:pt x="7214651" y="158892"/>
                  <a:pt x="7202915" y="183920"/>
                </a:cubicBezTo>
                <a:cubicBezTo>
                  <a:pt x="7204949" y="170748"/>
                  <a:pt x="7172137" y="129790"/>
                  <a:pt x="7200161" y="140927"/>
                </a:cubicBezTo>
                <a:cubicBezTo>
                  <a:pt x="7200876" y="129790"/>
                  <a:pt x="7184231" y="129670"/>
                  <a:pt x="7173935" y="125480"/>
                </a:cubicBezTo>
                <a:cubicBezTo>
                  <a:pt x="7177766" y="116977"/>
                  <a:pt x="7176090" y="111585"/>
                  <a:pt x="7170939" y="108473"/>
                </a:cubicBezTo>
                <a:close/>
                <a:moveTo>
                  <a:pt x="6827476" y="102125"/>
                </a:moveTo>
                <a:cubicBezTo>
                  <a:pt x="6832320" y="122278"/>
                  <a:pt x="6829859" y="143496"/>
                  <a:pt x="6820528" y="162003"/>
                </a:cubicBezTo>
                <a:cubicBezTo>
                  <a:pt x="6811788" y="182006"/>
                  <a:pt x="6795978" y="195897"/>
                  <a:pt x="6780290" y="194936"/>
                </a:cubicBezTo>
                <a:cubicBezTo>
                  <a:pt x="6785548" y="187523"/>
                  <a:pt x="6789854" y="179476"/>
                  <a:pt x="6793108" y="170985"/>
                </a:cubicBezTo>
                <a:cubicBezTo>
                  <a:pt x="6795978" y="163322"/>
                  <a:pt x="6797655" y="155776"/>
                  <a:pt x="6799931" y="148474"/>
                </a:cubicBezTo>
                <a:cubicBezTo>
                  <a:pt x="6804642" y="130769"/>
                  <a:pt x="6814175" y="114723"/>
                  <a:pt x="6827476" y="102125"/>
                </a:cubicBezTo>
                <a:close/>
                <a:moveTo>
                  <a:pt x="6930588" y="40811"/>
                </a:moveTo>
                <a:cubicBezTo>
                  <a:pt x="6932485" y="56417"/>
                  <a:pt x="6930511" y="72252"/>
                  <a:pt x="6924839" y="86919"/>
                </a:cubicBezTo>
                <a:cubicBezTo>
                  <a:pt x="6918960" y="101633"/>
                  <a:pt x="6911827" y="115818"/>
                  <a:pt x="6903521" y="129312"/>
                </a:cubicBezTo>
                <a:lnTo>
                  <a:pt x="6903521" y="129670"/>
                </a:lnTo>
                <a:cubicBezTo>
                  <a:pt x="6891548" y="119968"/>
                  <a:pt x="6889751" y="99013"/>
                  <a:pt x="6894660" y="80092"/>
                </a:cubicBezTo>
                <a:cubicBezTo>
                  <a:pt x="6897587" y="60938"/>
                  <a:pt x="6911771" y="45431"/>
                  <a:pt x="6930588" y="40811"/>
                </a:cubicBezTo>
                <a:close/>
                <a:moveTo>
                  <a:pt x="6773825" y="28234"/>
                </a:moveTo>
                <a:cubicBezTo>
                  <a:pt x="6780531" y="35781"/>
                  <a:pt x="6772506" y="40212"/>
                  <a:pt x="6764485" y="45121"/>
                </a:cubicBezTo>
                <a:cubicBezTo>
                  <a:pt x="6756460" y="50034"/>
                  <a:pt x="6747836" y="55180"/>
                  <a:pt x="6754422" y="65602"/>
                </a:cubicBezTo>
                <a:cubicBezTo>
                  <a:pt x="6750353" y="60210"/>
                  <a:pt x="6739095" y="37936"/>
                  <a:pt x="6733587" y="58417"/>
                </a:cubicBezTo>
                <a:cubicBezTo>
                  <a:pt x="6710352" y="50750"/>
                  <a:pt x="6767239" y="41052"/>
                  <a:pt x="6773825" y="28234"/>
                </a:cubicBezTo>
                <a:close/>
                <a:moveTo>
                  <a:pt x="7013340" y="5723"/>
                </a:moveTo>
                <a:cubicBezTo>
                  <a:pt x="7029865" y="5723"/>
                  <a:pt x="7039088" y="19493"/>
                  <a:pt x="7042678" y="37458"/>
                </a:cubicBezTo>
                <a:cubicBezTo>
                  <a:pt x="7045549" y="57090"/>
                  <a:pt x="7043704" y="77122"/>
                  <a:pt x="7037291" y="95901"/>
                </a:cubicBezTo>
                <a:lnTo>
                  <a:pt x="7037291" y="95181"/>
                </a:lnTo>
                <a:cubicBezTo>
                  <a:pt x="7024115" y="68356"/>
                  <a:pt x="7041364" y="23325"/>
                  <a:pt x="7013340" y="5723"/>
                </a:cubicBezTo>
                <a:close/>
                <a:moveTo>
                  <a:pt x="1" y="0"/>
                </a:moveTo>
                <a:lnTo>
                  <a:pt x="461275" y="0"/>
                </a:lnTo>
                <a:lnTo>
                  <a:pt x="475157" y="0"/>
                </a:lnTo>
                <a:lnTo>
                  <a:pt x="571184" y="0"/>
                </a:lnTo>
                <a:lnTo>
                  <a:pt x="591648" y="0"/>
                </a:lnTo>
                <a:lnTo>
                  <a:pt x="600012" y="0"/>
                </a:lnTo>
                <a:lnTo>
                  <a:pt x="606068" y="0"/>
                </a:lnTo>
                <a:lnTo>
                  <a:pt x="626838" y="0"/>
                </a:lnTo>
                <a:lnTo>
                  <a:pt x="647080" y="0"/>
                </a:lnTo>
                <a:lnTo>
                  <a:pt x="658547" y="0"/>
                </a:lnTo>
                <a:lnTo>
                  <a:pt x="673970" y="0"/>
                </a:lnTo>
                <a:lnTo>
                  <a:pt x="678120" y="0"/>
                </a:lnTo>
                <a:lnTo>
                  <a:pt x="6524879" y="0"/>
                </a:lnTo>
                <a:lnTo>
                  <a:pt x="6523889" y="4883"/>
                </a:lnTo>
                <a:cubicBezTo>
                  <a:pt x="6540534" y="10874"/>
                  <a:pt x="6546404" y="-15831"/>
                  <a:pt x="6551550" y="22610"/>
                </a:cubicBezTo>
                <a:cubicBezTo>
                  <a:pt x="6568794" y="24523"/>
                  <a:pt x="6546999" y="1530"/>
                  <a:pt x="6559455" y="573"/>
                </a:cubicBezTo>
                <a:cubicBezTo>
                  <a:pt x="6566639" y="10874"/>
                  <a:pt x="6564006" y="19972"/>
                  <a:pt x="6571432" y="19377"/>
                </a:cubicBezTo>
                <a:cubicBezTo>
                  <a:pt x="6559455" y="67278"/>
                  <a:pt x="6563765" y="104163"/>
                  <a:pt x="6508679" y="126200"/>
                </a:cubicBezTo>
                <a:cubicBezTo>
                  <a:pt x="6538978" y="122364"/>
                  <a:pt x="6568557" y="119132"/>
                  <a:pt x="6577061" y="84643"/>
                </a:cubicBezTo>
                <a:cubicBezTo>
                  <a:pt x="6580651" y="90871"/>
                  <a:pt x="6576221" y="91828"/>
                  <a:pt x="6574665" y="94703"/>
                </a:cubicBezTo>
                <a:cubicBezTo>
                  <a:pt x="6584604" y="108116"/>
                  <a:pt x="6591189" y="84880"/>
                  <a:pt x="6600891" y="96022"/>
                </a:cubicBezTo>
                <a:lnTo>
                  <a:pt x="6579962" y="119589"/>
                </a:lnTo>
                <a:lnTo>
                  <a:pt x="6572992" y="146453"/>
                </a:lnTo>
                <a:cubicBezTo>
                  <a:pt x="6567273" y="153982"/>
                  <a:pt x="6559399" y="160387"/>
                  <a:pt x="6552753" y="167874"/>
                </a:cubicBezTo>
                <a:cubicBezTo>
                  <a:pt x="6547128" y="153142"/>
                  <a:pt x="6550477" y="146798"/>
                  <a:pt x="6557782" y="140927"/>
                </a:cubicBezTo>
                <a:lnTo>
                  <a:pt x="6562140" y="136549"/>
                </a:lnTo>
                <a:lnTo>
                  <a:pt x="6524009" y="151349"/>
                </a:lnTo>
                <a:cubicBezTo>
                  <a:pt x="6519699" y="141169"/>
                  <a:pt x="6529397" y="151349"/>
                  <a:pt x="6533349" y="145720"/>
                </a:cubicBezTo>
                <a:cubicBezTo>
                  <a:pt x="6496464" y="127993"/>
                  <a:pt x="6504248" y="169671"/>
                  <a:pt x="6473470" y="173261"/>
                </a:cubicBezTo>
                <a:lnTo>
                  <a:pt x="6531681" y="168753"/>
                </a:lnTo>
                <a:lnTo>
                  <a:pt x="6538142" y="164279"/>
                </a:lnTo>
                <a:lnTo>
                  <a:pt x="6536823" y="168352"/>
                </a:lnTo>
                <a:lnTo>
                  <a:pt x="6538379" y="168231"/>
                </a:lnTo>
                <a:lnTo>
                  <a:pt x="6536017" y="170835"/>
                </a:lnTo>
                <a:lnTo>
                  <a:pt x="6524626" y="205957"/>
                </a:lnTo>
                <a:lnTo>
                  <a:pt x="6491409" y="232317"/>
                </a:lnTo>
                <a:lnTo>
                  <a:pt x="6496175" y="240609"/>
                </a:lnTo>
                <a:lnTo>
                  <a:pt x="6508558" y="238053"/>
                </a:lnTo>
                <a:cubicBezTo>
                  <a:pt x="6517902" y="235894"/>
                  <a:pt x="6516463" y="257810"/>
                  <a:pt x="6506881" y="256254"/>
                </a:cubicBezTo>
                <a:cubicBezTo>
                  <a:pt x="6516704" y="269546"/>
                  <a:pt x="6523410" y="246315"/>
                  <a:pt x="6533108" y="257452"/>
                </a:cubicBezTo>
                <a:cubicBezTo>
                  <a:pt x="6541133" y="271585"/>
                  <a:pt x="6521135" y="268111"/>
                  <a:pt x="6518260" y="275055"/>
                </a:cubicBezTo>
                <a:lnTo>
                  <a:pt x="6529897" y="276511"/>
                </a:lnTo>
                <a:lnTo>
                  <a:pt x="6606050" y="222960"/>
                </a:lnTo>
                <a:cubicBezTo>
                  <a:pt x="6618627" y="208112"/>
                  <a:pt x="6624613" y="190268"/>
                  <a:pt x="6635030" y="176856"/>
                </a:cubicBezTo>
                <a:cubicBezTo>
                  <a:pt x="6645452" y="163443"/>
                  <a:pt x="6658985" y="153978"/>
                  <a:pt x="6686406" y="153862"/>
                </a:cubicBezTo>
                <a:cubicBezTo>
                  <a:pt x="6681859" y="132066"/>
                  <a:pt x="6698383" y="131825"/>
                  <a:pt x="6705568" y="111464"/>
                </a:cubicBezTo>
                <a:cubicBezTo>
                  <a:pt x="6709076" y="120636"/>
                  <a:pt x="6709787" y="130635"/>
                  <a:pt x="6707606" y="140208"/>
                </a:cubicBezTo>
                <a:cubicBezTo>
                  <a:pt x="6705568" y="150388"/>
                  <a:pt x="6702215" y="160926"/>
                  <a:pt x="6699219" y="171227"/>
                </a:cubicBezTo>
                <a:cubicBezTo>
                  <a:pt x="6695612" y="181097"/>
                  <a:pt x="6693672" y="191497"/>
                  <a:pt x="6693474" y="202004"/>
                </a:cubicBezTo>
                <a:cubicBezTo>
                  <a:pt x="6693289" y="212525"/>
                  <a:pt x="6697051" y="222736"/>
                  <a:pt x="6704012" y="230623"/>
                </a:cubicBezTo>
                <a:lnTo>
                  <a:pt x="6683845" y="250268"/>
                </a:lnTo>
                <a:lnTo>
                  <a:pt x="6678255" y="273740"/>
                </a:lnTo>
                <a:cubicBezTo>
                  <a:pt x="6692987" y="285713"/>
                  <a:pt x="6704482" y="261763"/>
                  <a:pt x="6702206" y="250505"/>
                </a:cubicBezTo>
                <a:cubicBezTo>
                  <a:pt x="6709990" y="255534"/>
                  <a:pt x="6708675" y="263021"/>
                  <a:pt x="6705740" y="271076"/>
                </a:cubicBezTo>
                <a:lnTo>
                  <a:pt x="6701917" y="285937"/>
                </a:lnTo>
                <a:lnTo>
                  <a:pt x="6752754" y="278649"/>
                </a:lnTo>
                <a:cubicBezTo>
                  <a:pt x="6757783" y="260801"/>
                  <a:pt x="6772993" y="257332"/>
                  <a:pt x="6786522" y="251703"/>
                </a:cubicBezTo>
                <a:cubicBezTo>
                  <a:pt x="6803081" y="247397"/>
                  <a:pt x="6813951" y="231575"/>
                  <a:pt x="6812033" y="214577"/>
                </a:cubicBezTo>
                <a:cubicBezTo>
                  <a:pt x="6821851" y="207034"/>
                  <a:pt x="6817783" y="221283"/>
                  <a:pt x="6813348" y="228709"/>
                </a:cubicBezTo>
                <a:cubicBezTo>
                  <a:pt x="6838617" y="231463"/>
                  <a:pt x="6841376" y="184877"/>
                  <a:pt x="6865684" y="185355"/>
                </a:cubicBezTo>
                <a:cubicBezTo>
                  <a:pt x="6874188" y="173382"/>
                  <a:pt x="6833587" y="175295"/>
                  <a:pt x="6852629" y="159969"/>
                </a:cubicBezTo>
                <a:cubicBezTo>
                  <a:pt x="6861374" y="166912"/>
                  <a:pt x="6866162" y="175295"/>
                  <a:pt x="6874903" y="182480"/>
                </a:cubicBezTo>
                <a:cubicBezTo>
                  <a:pt x="6890833" y="153263"/>
                  <a:pt x="6862930" y="156974"/>
                  <a:pt x="6886161" y="133743"/>
                </a:cubicBezTo>
                <a:cubicBezTo>
                  <a:pt x="6913107" y="142363"/>
                  <a:pt x="6886881" y="139488"/>
                  <a:pt x="6886161" y="153620"/>
                </a:cubicBezTo>
                <a:cubicBezTo>
                  <a:pt x="6908577" y="149914"/>
                  <a:pt x="6929377" y="139617"/>
                  <a:pt x="6945915" y="124041"/>
                </a:cubicBezTo>
                <a:cubicBezTo>
                  <a:pt x="6962814" y="111814"/>
                  <a:pt x="6973563" y="92845"/>
                  <a:pt x="6975378" y="72067"/>
                </a:cubicBezTo>
                <a:cubicBezTo>
                  <a:pt x="7001005" y="64162"/>
                  <a:pt x="6975378" y="99491"/>
                  <a:pt x="6969387" y="118054"/>
                </a:cubicBezTo>
                <a:cubicBezTo>
                  <a:pt x="6989626" y="122843"/>
                  <a:pt x="6982562" y="83204"/>
                  <a:pt x="7007112" y="94104"/>
                </a:cubicBezTo>
                <a:lnTo>
                  <a:pt x="7000647" y="116856"/>
                </a:lnTo>
                <a:lnTo>
                  <a:pt x="6993221" y="139729"/>
                </a:lnTo>
                <a:cubicBezTo>
                  <a:pt x="7011064" y="144880"/>
                  <a:pt x="7014775" y="122606"/>
                  <a:pt x="7019447" y="105000"/>
                </a:cubicBezTo>
                <a:cubicBezTo>
                  <a:pt x="7018969" y="109312"/>
                  <a:pt x="7025256" y="116677"/>
                  <a:pt x="7030016" y="120645"/>
                </a:cubicBezTo>
                <a:lnTo>
                  <a:pt x="7034348" y="122913"/>
                </a:lnTo>
                <a:lnTo>
                  <a:pt x="7045316" y="149190"/>
                </a:lnTo>
                <a:cubicBezTo>
                  <a:pt x="7045299" y="161210"/>
                  <a:pt x="7042596" y="173076"/>
                  <a:pt x="7037411" y="183920"/>
                </a:cubicBezTo>
                <a:cubicBezTo>
                  <a:pt x="7026511" y="208832"/>
                  <a:pt x="7008310" y="238290"/>
                  <a:pt x="6991182" y="281524"/>
                </a:cubicBezTo>
                <a:cubicBezTo>
                  <a:pt x="7012263" y="268227"/>
                  <a:pt x="7008547" y="258409"/>
                  <a:pt x="7030106" y="267512"/>
                </a:cubicBezTo>
                <a:cubicBezTo>
                  <a:pt x="7034774" y="258289"/>
                  <a:pt x="7039325" y="248949"/>
                  <a:pt x="7031903" y="244397"/>
                </a:cubicBezTo>
                <a:cubicBezTo>
                  <a:pt x="7063276" y="252302"/>
                  <a:pt x="7088666" y="169550"/>
                  <a:pt x="7120762" y="174459"/>
                </a:cubicBezTo>
                <a:cubicBezTo>
                  <a:pt x="7131421" y="149310"/>
                  <a:pt x="7129145" y="129192"/>
                  <a:pt x="7115013" y="117455"/>
                </a:cubicBezTo>
                <a:cubicBezTo>
                  <a:pt x="7124353" y="108715"/>
                  <a:pt x="7132020" y="97457"/>
                  <a:pt x="7149381" y="103202"/>
                </a:cubicBezTo>
                <a:cubicBezTo>
                  <a:pt x="7151919" y="116576"/>
                  <a:pt x="7151919" y="130308"/>
                  <a:pt x="7149381" y="143682"/>
                </a:cubicBezTo>
                <a:cubicBezTo>
                  <a:pt x="7147208" y="155491"/>
                  <a:pt x="7143959" y="167076"/>
                  <a:pt x="7139683" y="178291"/>
                </a:cubicBezTo>
                <a:cubicBezTo>
                  <a:pt x="7135882" y="188790"/>
                  <a:pt x="7133231" y="199673"/>
                  <a:pt x="7131779" y="210745"/>
                </a:cubicBezTo>
                <a:cubicBezTo>
                  <a:pt x="7130033" y="222313"/>
                  <a:pt x="7131227" y="234131"/>
                  <a:pt x="7135252" y="245117"/>
                </a:cubicBezTo>
                <a:cubicBezTo>
                  <a:pt x="7146480" y="240092"/>
                  <a:pt x="7155889" y="231726"/>
                  <a:pt x="7162199" y="221167"/>
                </a:cubicBezTo>
                <a:cubicBezTo>
                  <a:pt x="7168116" y="209219"/>
                  <a:pt x="7171693" y="196251"/>
                  <a:pt x="7172736" y="182963"/>
                </a:cubicBezTo>
                <a:cubicBezTo>
                  <a:pt x="7198963" y="199850"/>
                  <a:pt x="7175611" y="209069"/>
                  <a:pt x="7184714" y="238170"/>
                </a:cubicBezTo>
                <a:cubicBezTo>
                  <a:pt x="7206148" y="219369"/>
                  <a:pt x="7200519" y="172184"/>
                  <a:pt x="7223155" y="216732"/>
                </a:cubicBezTo>
                <a:cubicBezTo>
                  <a:pt x="7243032" y="190027"/>
                  <a:pt x="7209380" y="195535"/>
                  <a:pt x="7221715" y="172783"/>
                </a:cubicBezTo>
                <a:cubicBezTo>
                  <a:pt x="7233693" y="174701"/>
                  <a:pt x="7236089" y="192066"/>
                  <a:pt x="7242912" y="179131"/>
                </a:cubicBezTo>
                <a:cubicBezTo>
                  <a:pt x="7247584" y="223800"/>
                  <a:pt x="7253932" y="257689"/>
                  <a:pt x="7251415" y="296130"/>
                </a:cubicBezTo>
                <a:cubicBezTo>
                  <a:pt x="7248903" y="334575"/>
                  <a:pt x="7237167" y="378046"/>
                  <a:pt x="7201118" y="437804"/>
                </a:cubicBezTo>
                <a:cubicBezTo>
                  <a:pt x="7242438" y="384994"/>
                  <a:pt x="7280516" y="328227"/>
                  <a:pt x="7277525" y="262599"/>
                </a:cubicBezTo>
                <a:cubicBezTo>
                  <a:pt x="7284232" y="265236"/>
                  <a:pt x="7279081" y="274576"/>
                  <a:pt x="7278241" y="281524"/>
                </a:cubicBezTo>
                <a:cubicBezTo>
                  <a:pt x="7295606" y="283916"/>
                  <a:pt x="7294050" y="237571"/>
                  <a:pt x="7309618" y="236372"/>
                </a:cubicBezTo>
                <a:cubicBezTo>
                  <a:pt x="7304109" y="254815"/>
                  <a:pt x="7300157" y="274934"/>
                  <a:pt x="7295485" y="295053"/>
                </a:cubicBezTo>
                <a:cubicBezTo>
                  <a:pt x="7293334" y="305354"/>
                  <a:pt x="7291054" y="315534"/>
                  <a:pt x="7288899" y="325831"/>
                </a:cubicBezTo>
                <a:cubicBezTo>
                  <a:pt x="7286744" y="336131"/>
                  <a:pt x="7283753" y="345950"/>
                  <a:pt x="7280999" y="355893"/>
                </a:cubicBezTo>
                <a:cubicBezTo>
                  <a:pt x="7278241" y="365832"/>
                  <a:pt x="7275129" y="375413"/>
                  <a:pt x="7271776" y="384752"/>
                </a:cubicBezTo>
                <a:cubicBezTo>
                  <a:pt x="7268293" y="393678"/>
                  <a:pt x="7264294" y="402398"/>
                  <a:pt x="7259798" y="410858"/>
                </a:cubicBezTo>
                <a:cubicBezTo>
                  <a:pt x="7252196" y="426607"/>
                  <a:pt x="7241097" y="440412"/>
                  <a:pt x="7227344" y="451217"/>
                </a:cubicBezTo>
                <a:cubicBezTo>
                  <a:pt x="7219323" y="442834"/>
                  <a:pt x="7235132" y="442597"/>
                  <a:pt x="7239322" y="427266"/>
                </a:cubicBezTo>
                <a:cubicBezTo>
                  <a:pt x="7217259" y="440683"/>
                  <a:pt x="7201282" y="462156"/>
                  <a:pt x="7194773" y="487145"/>
                </a:cubicBezTo>
                <a:cubicBezTo>
                  <a:pt x="7186511" y="510018"/>
                  <a:pt x="7179564" y="536244"/>
                  <a:pt x="7156091" y="560915"/>
                </a:cubicBezTo>
                <a:cubicBezTo>
                  <a:pt x="7175641" y="550196"/>
                  <a:pt x="7192700" y="535464"/>
                  <a:pt x="7206148" y="517681"/>
                </a:cubicBezTo>
                <a:cubicBezTo>
                  <a:pt x="7213931" y="508100"/>
                  <a:pt x="7221836" y="497804"/>
                  <a:pt x="7229262" y="486787"/>
                </a:cubicBezTo>
                <a:cubicBezTo>
                  <a:pt x="7236688" y="475771"/>
                  <a:pt x="7243752" y="464272"/>
                  <a:pt x="7251058" y="452656"/>
                </a:cubicBezTo>
                <a:cubicBezTo>
                  <a:pt x="7248903" y="501993"/>
                  <a:pt x="7223034" y="555764"/>
                  <a:pt x="7183516" y="611212"/>
                </a:cubicBezTo>
                <a:cubicBezTo>
                  <a:pt x="7137688" y="671854"/>
                  <a:pt x="7087024" y="728686"/>
                  <a:pt x="7032024" y="781147"/>
                </a:cubicBezTo>
                <a:cubicBezTo>
                  <a:pt x="7046751" y="771087"/>
                  <a:pt x="7063280" y="758274"/>
                  <a:pt x="7080645" y="744025"/>
                </a:cubicBezTo>
                <a:cubicBezTo>
                  <a:pt x="7098006" y="729772"/>
                  <a:pt x="7115254" y="713484"/>
                  <a:pt x="7131899" y="697080"/>
                </a:cubicBezTo>
                <a:cubicBezTo>
                  <a:pt x="7165310" y="664143"/>
                  <a:pt x="7195252" y="629896"/>
                  <a:pt x="7213694" y="607501"/>
                </a:cubicBezTo>
                <a:cubicBezTo>
                  <a:pt x="7228185" y="589537"/>
                  <a:pt x="7227228" y="626422"/>
                  <a:pt x="7211298" y="638400"/>
                </a:cubicBezTo>
                <a:cubicBezTo>
                  <a:pt x="7227585" y="644386"/>
                  <a:pt x="7237524" y="597442"/>
                  <a:pt x="7253092" y="599597"/>
                </a:cubicBezTo>
                <a:cubicBezTo>
                  <a:pt x="7266147" y="608937"/>
                  <a:pt x="7235490" y="634926"/>
                  <a:pt x="7229141" y="650373"/>
                </a:cubicBezTo>
                <a:cubicBezTo>
                  <a:pt x="7263152" y="637202"/>
                  <a:pt x="7294770" y="580792"/>
                  <a:pt x="7312971" y="569776"/>
                </a:cubicBezTo>
                <a:cubicBezTo>
                  <a:pt x="7317401" y="559480"/>
                  <a:pt x="7305187" y="556243"/>
                  <a:pt x="7298364" y="550735"/>
                </a:cubicBezTo>
                <a:cubicBezTo>
                  <a:pt x="7306506" y="545826"/>
                  <a:pt x="7312613" y="530495"/>
                  <a:pt x="7319798" y="513970"/>
                </a:cubicBezTo>
                <a:cubicBezTo>
                  <a:pt x="7325711" y="497334"/>
                  <a:pt x="7335624" y="482408"/>
                  <a:pt x="7348657" y="470500"/>
                </a:cubicBezTo>
                <a:cubicBezTo>
                  <a:pt x="7363630" y="495649"/>
                  <a:pt x="7312734" y="510139"/>
                  <a:pt x="7324707" y="533012"/>
                </a:cubicBezTo>
                <a:cubicBezTo>
                  <a:pt x="7338473" y="520948"/>
                  <a:pt x="7350554" y="507092"/>
                  <a:pt x="7360635" y="491817"/>
                </a:cubicBezTo>
                <a:cubicBezTo>
                  <a:pt x="7369617" y="477684"/>
                  <a:pt x="7378840" y="461875"/>
                  <a:pt x="7395723" y="439360"/>
                </a:cubicBezTo>
                <a:cubicBezTo>
                  <a:pt x="7383749" y="441157"/>
                  <a:pt x="7374526" y="452415"/>
                  <a:pt x="7365906" y="468103"/>
                </a:cubicBezTo>
                <a:cubicBezTo>
                  <a:pt x="7370513" y="454479"/>
                  <a:pt x="7376491" y="441360"/>
                  <a:pt x="7383749" y="428943"/>
                </a:cubicBezTo>
                <a:cubicBezTo>
                  <a:pt x="7391292" y="414332"/>
                  <a:pt x="7400632" y="398885"/>
                  <a:pt x="7410575" y="383434"/>
                </a:cubicBezTo>
                <a:cubicBezTo>
                  <a:pt x="7429853" y="352178"/>
                  <a:pt x="7451528" y="320801"/>
                  <a:pt x="7466738" y="297807"/>
                </a:cubicBezTo>
                <a:cubicBezTo>
                  <a:pt x="7469846" y="308017"/>
                  <a:pt x="7470423" y="318827"/>
                  <a:pt x="7468415" y="329304"/>
                </a:cubicBezTo>
                <a:cubicBezTo>
                  <a:pt x="7466238" y="339985"/>
                  <a:pt x="7465872" y="350958"/>
                  <a:pt x="7467337" y="361759"/>
                </a:cubicBezTo>
                <a:cubicBezTo>
                  <a:pt x="7491288" y="351100"/>
                  <a:pt x="7497279" y="288467"/>
                  <a:pt x="7490090" y="273619"/>
                </a:cubicBezTo>
                <a:cubicBezTo>
                  <a:pt x="7512967" y="257332"/>
                  <a:pt x="7494762" y="333498"/>
                  <a:pt x="7502067" y="352897"/>
                </a:cubicBezTo>
                <a:cubicBezTo>
                  <a:pt x="7494404" y="370861"/>
                  <a:pt x="7476677" y="351221"/>
                  <a:pt x="7470570" y="373857"/>
                </a:cubicBezTo>
                <a:cubicBezTo>
                  <a:pt x="7486258" y="409781"/>
                  <a:pt x="7449136" y="475530"/>
                  <a:pt x="7447701" y="518642"/>
                </a:cubicBezTo>
                <a:cubicBezTo>
                  <a:pt x="7463027" y="514569"/>
                  <a:pt x="7473686" y="482714"/>
                  <a:pt x="7486978" y="469060"/>
                </a:cubicBezTo>
                <a:cubicBezTo>
                  <a:pt x="7485663" y="455527"/>
                  <a:pt x="7465661" y="466668"/>
                  <a:pt x="7489616" y="425348"/>
                </a:cubicBezTo>
                <a:cubicBezTo>
                  <a:pt x="7505778" y="454570"/>
                  <a:pt x="7525540" y="484150"/>
                  <a:pt x="7494046" y="541037"/>
                </a:cubicBezTo>
                <a:cubicBezTo>
                  <a:pt x="7512502" y="519056"/>
                  <a:pt x="7527341" y="494274"/>
                  <a:pt x="7537995" y="467625"/>
                </a:cubicBezTo>
                <a:cubicBezTo>
                  <a:pt x="7551887" y="436128"/>
                  <a:pt x="7559071" y="403673"/>
                  <a:pt x="7549969" y="392894"/>
                </a:cubicBezTo>
                <a:cubicBezTo>
                  <a:pt x="7568411" y="380921"/>
                  <a:pt x="7572006" y="440799"/>
                  <a:pt x="7589133" y="454570"/>
                </a:cubicBezTo>
                <a:cubicBezTo>
                  <a:pt x="7611408" y="433136"/>
                  <a:pt x="7611287" y="422715"/>
                  <a:pt x="7620510" y="455410"/>
                </a:cubicBezTo>
                <a:cubicBezTo>
                  <a:pt x="7637992" y="425232"/>
                  <a:pt x="7609490" y="427986"/>
                  <a:pt x="7626617" y="398165"/>
                </a:cubicBezTo>
                <a:cubicBezTo>
                  <a:pt x="7644819" y="427507"/>
                  <a:pt x="7643021" y="472892"/>
                  <a:pt x="7632841" y="521155"/>
                </a:cubicBezTo>
                <a:cubicBezTo>
                  <a:pt x="7643620" y="522952"/>
                  <a:pt x="7648413" y="491097"/>
                  <a:pt x="7659667" y="495528"/>
                </a:cubicBezTo>
                <a:cubicBezTo>
                  <a:pt x="7662425" y="491576"/>
                  <a:pt x="7646254" y="526426"/>
                  <a:pt x="7631527" y="563548"/>
                </a:cubicBezTo>
                <a:cubicBezTo>
                  <a:pt x="7624213" y="581042"/>
                  <a:pt x="7618480" y="599162"/>
                  <a:pt x="7614399" y="617682"/>
                </a:cubicBezTo>
                <a:cubicBezTo>
                  <a:pt x="7611166" y="633728"/>
                  <a:pt x="7611649" y="646541"/>
                  <a:pt x="7619312" y="652407"/>
                </a:cubicBezTo>
                <a:cubicBezTo>
                  <a:pt x="7607335" y="671091"/>
                  <a:pt x="7593202" y="693128"/>
                  <a:pt x="7578591" y="715881"/>
                </a:cubicBezTo>
                <a:cubicBezTo>
                  <a:pt x="7571406" y="727858"/>
                  <a:pt x="7564101" y="739831"/>
                  <a:pt x="7556916" y="751809"/>
                </a:cubicBezTo>
                <a:cubicBezTo>
                  <a:pt x="7549732" y="763786"/>
                  <a:pt x="7542189" y="775759"/>
                  <a:pt x="7535121" y="788573"/>
                </a:cubicBezTo>
                <a:cubicBezTo>
                  <a:pt x="7506860" y="838870"/>
                  <a:pt x="7480871" y="890125"/>
                  <a:pt x="7468777" y="937910"/>
                </a:cubicBezTo>
                <a:cubicBezTo>
                  <a:pt x="7486319" y="925997"/>
                  <a:pt x="7501809" y="911317"/>
                  <a:pt x="7514644" y="894439"/>
                </a:cubicBezTo>
                <a:cubicBezTo>
                  <a:pt x="7528423" y="876079"/>
                  <a:pt x="7540793" y="856701"/>
                  <a:pt x="7551649" y="836474"/>
                </a:cubicBezTo>
                <a:cubicBezTo>
                  <a:pt x="7562545" y="815760"/>
                  <a:pt x="7572247" y="794801"/>
                  <a:pt x="7581350" y="775402"/>
                </a:cubicBezTo>
                <a:cubicBezTo>
                  <a:pt x="7590448" y="755998"/>
                  <a:pt x="7598353" y="737555"/>
                  <a:pt x="7606615" y="722828"/>
                </a:cubicBezTo>
                <a:cubicBezTo>
                  <a:pt x="7618592" y="761868"/>
                  <a:pt x="7542784" y="841745"/>
                  <a:pt x="7555602" y="876954"/>
                </a:cubicBezTo>
                <a:cubicBezTo>
                  <a:pt x="7583983" y="862106"/>
                  <a:pt x="7598831" y="817075"/>
                  <a:pt x="7611528" y="782345"/>
                </a:cubicBezTo>
                <a:cubicBezTo>
                  <a:pt x="7624221" y="747615"/>
                  <a:pt x="7634281" y="719833"/>
                  <a:pt x="7657154" y="737797"/>
                </a:cubicBezTo>
                <a:cubicBezTo>
                  <a:pt x="7665894" y="723906"/>
                  <a:pt x="7673799" y="709174"/>
                  <a:pt x="7667213" y="703545"/>
                </a:cubicBezTo>
                <a:cubicBezTo>
                  <a:pt x="7699547" y="704744"/>
                  <a:pt x="7649370" y="813963"/>
                  <a:pt x="7648529" y="854559"/>
                </a:cubicBezTo>
                <a:cubicBezTo>
                  <a:pt x="7647900" y="845818"/>
                  <a:pt x="7643202" y="837879"/>
                  <a:pt x="7635837" y="833121"/>
                </a:cubicBezTo>
                <a:cubicBezTo>
                  <a:pt x="7624398" y="845857"/>
                  <a:pt x="7614731" y="860080"/>
                  <a:pt x="7607093" y="875398"/>
                </a:cubicBezTo>
                <a:cubicBezTo>
                  <a:pt x="7600908" y="887535"/>
                  <a:pt x="7595702" y="900150"/>
                  <a:pt x="7591526" y="913119"/>
                </a:cubicBezTo>
                <a:cubicBezTo>
                  <a:pt x="7583862" y="937431"/>
                  <a:pt x="7579190" y="956710"/>
                  <a:pt x="7565778" y="966890"/>
                </a:cubicBezTo>
                <a:cubicBezTo>
                  <a:pt x="7560507" y="961261"/>
                  <a:pt x="7567454" y="950844"/>
                  <a:pt x="7573204" y="940664"/>
                </a:cubicBezTo>
                <a:cubicBezTo>
                  <a:pt x="7578949" y="930484"/>
                  <a:pt x="7583380" y="920545"/>
                  <a:pt x="7573204" y="916713"/>
                </a:cubicBezTo>
                <a:cubicBezTo>
                  <a:pt x="7560450" y="933544"/>
                  <a:pt x="7549982" y="951986"/>
                  <a:pt x="7542064" y="971562"/>
                </a:cubicBezTo>
                <a:cubicBezTo>
                  <a:pt x="7535703" y="988436"/>
                  <a:pt x="7530345" y="1005672"/>
                  <a:pt x="7526018" y="1023174"/>
                </a:cubicBezTo>
                <a:cubicBezTo>
                  <a:pt x="7517394" y="1055749"/>
                  <a:pt x="7510330" y="1085691"/>
                  <a:pt x="7487577" y="1106288"/>
                </a:cubicBezTo>
                <a:cubicBezTo>
                  <a:pt x="7499115" y="1101681"/>
                  <a:pt x="7509924" y="1095431"/>
                  <a:pt x="7519669" y="1087725"/>
                </a:cubicBezTo>
                <a:cubicBezTo>
                  <a:pt x="7529725" y="1079368"/>
                  <a:pt x="7538909" y="1070020"/>
                  <a:pt x="7547094" y="1059822"/>
                </a:cubicBezTo>
                <a:cubicBezTo>
                  <a:pt x="7564291" y="1037962"/>
                  <a:pt x="7578807" y="1014119"/>
                  <a:pt x="7590327" y="988807"/>
                </a:cubicBezTo>
                <a:cubicBezTo>
                  <a:pt x="7602900" y="963778"/>
                  <a:pt x="7613200" y="937552"/>
                  <a:pt x="7623381" y="914795"/>
                </a:cubicBezTo>
                <a:cubicBezTo>
                  <a:pt x="7631384" y="894952"/>
                  <a:pt x="7641802" y="876169"/>
                  <a:pt x="7654395" y="858869"/>
                </a:cubicBezTo>
                <a:cubicBezTo>
                  <a:pt x="7639547" y="933479"/>
                  <a:pt x="7592840" y="1029165"/>
                  <a:pt x="7533444" y="1106887"/>
                </a:cubicBezTo>
                <a:cubicBezTo>
                  <a:pt x="7474044" y="1184609"/>
                  <a:pt x="7404106" y="1244846"/>
                  <a:pt x="7349498" y="1263288"/>
                </a:cubicBezTo>
                <a:cubicBezTo>
                  <a:pt x="7292253" y="1349514"/>
                  <a:pt x="7215009" y="1376098"/>
                  <a:pt x="7163634" y="1421250"/>
                </a:cubicBezTo>
                <a:cubicBezTo>
                  <a:pt x="7210100" y="1363767"/>
                  <a:pt x="7273569" y="1322331"/>
                  <a:pt x="7351532" y="1250475"/>
                </a:cubicBezTo>
                <a:cubicBezTo>
                  <a:pt x="7320996" y="1249397"/>
                  <a:pt x="7285068" y="1282330"/>
                  <a:pt x="7247942" y="1314905"/>
                </a:cubicBezTo>
                <a:cubicBezTo>
                  <a:pt x="7210815" y="1347475"/>
                  <a:pt x="7173094" y="1380171"/>
                  <a:pt x="7142075" y="1381369"/>
                </a:cubicBezTo>
                <a:cubicBezTo>
                  <a:pt x="7236205" y="1312508"/>
                  <a:pt x="7321711" y="1227360"/>
                  <a:pt x="7415363" y="1146884"/>
                </a:cubicBezTo>
                <a:cubicBezTo>
                  <a:pt x="7393977" y="1153552"/>
                  <a:pt x="7373772" y="1163534"/>
                  <a:pt x="7355484" y="1176464"/>
                </a:cubicBezTo>
                <a:cubicBezTo>
                  <a:pt x="7334960" y="1191165"/>
                  <a:pt x="7315397" y="1207164"/>
                  <a:pt x="7296920" y="1224369"/>
                </a:cubicBezTo>
                <a:cubicBezTo>
                  <a:pt x="7248959" y="1270520"/>
                  <a:pt x="7197553" y="1312957"/>
                  <a:pt x="7143153" y="1351311"/>
                </a:cubicBezTo>
                <a:cubicBezTo>
                  <a:pt x="7153609" y="1337118"/>
                  <a:pt x="7165664" y="1324180"/>
                  <a:pt x="7179081" y="1312750"/>
                </a:cubicBezTo>
                <a:cubicBezTo>
                  <a:pt x="7192972" y="1300772"/>
                  <a:pt x="7208303" y="1288799"/>
                  <a:pt x="7223991" y="1276822"/>
                </a:cubicBezTo>
                <a:cubicBezTo>
                  <a:pt x="7256191" y="1253845"/>
                  <a:pt x="7285680" y="1227291"/>
                  <a:pt x="7311893" y="1197664"/>
                </a:cubicBezTo>
                <a:cubicBezTo>
                  <a:pt x="7287382" y="1205491"/>
                  <a:pt x="7264613" y="1217977"/>
                  <a:pt x="7244830" y="1234429"/>
                </a:cubicBezTo>
                <a:cubicBezTo>
                  <a:pt x="7218961" y="1252750"/>
                  <a:pt x="7190938" y="1276701"/>
                  <a:pt x="7163634" y="1299458"/>
                </a:cubicBezTo>
                <a:lnTo>
                  <a:pt x="7088424" y="1363767"/>
                </a:lnTo>
                <a:cubicBezTo>
                  <a:pt x="7066629" y="1381968"/>
                  <a:pt x="7049505" y="1395980"/>
                  <a:pt x="7040523" y="1401846"/>
                </a:cubicBezTo>
                <a:cubicBezTo>
                  <a:pt x="7007228" y="1427357"/>
                  <a:pt x="6946871" y="1469271"/>
                  <a:pt x="6882924" y="1509630"/>
                </a:cubicBezTo>
                <a:cubicBezTo>
                  <a:pt x="6818977" y="1549993"/>
                  <a:pt x="6751189" y="1589744"/>
                  <a:pt x="6706042" y="1618488"/>
                </a:cubicBezTo>
                <a:cubicBezTo>
                  <a:pt x="6713946" y="1625315"/>
                  <a:pt x="6729393" y="1610704"/>
                  <a:pt x="6741970" y="1603877"/>
                </a:cubicBezTo>
                <a:cubicBezTo>
                  <a:pt x="6696581" y="1644593"/>
                  <a:pt x="6626764" y="1678246"/>
                  <a:pt x="6562334" y="1707110"/>
                </a:cubicBezTo>
                <a:cubicBezTo>
                  <a:pt x="6530237" y="1721716"/>
                  <a:pt x="6498861" y="1734771"/>
                  <a:pt x="6472876" y="1747706"/>
                </a:cubicBezTo>
                <a:cubicBezTo>
                  <a:pt x="6451459" y="1756623"/>
                  <a:pt x="6431698" y="1769096"/>
                  <a:pt x="6414432" y="1784590"/>
                </a:cubicBezTo>
                <a:cubicBezTo>
                  <a:pt x="6396352" y="1761360"/>
                  <a:pt x="6470122" y="1757886"/>
                  <a:pt x="6448205" y="1733935"/>
                </a:cubicBezTo>
                <a:cubicBezTo>
                  <a:pt x="6466191" y="1733728"/>
                  <a:pt x="6483918" y="1729642"/>
                  <a:pt x="6500179" y="1721958"/>
                </a:cubicBezTo>
                <a:cubicBezTo>
                  <a:pt x="6517967" y="1713829"/>
                  <a:pt x="6534862" y="1703873"/>
                  <a:pt x="6550598" y="1692258"/>
                </a:cubicBezTo>
                <a:cubicBezTo>
                  <a:pt x="6567484" y="1680284"/>
                  <a:pt x="6584371" y="1667350"/>
                  <a:pt x="6602093" y="1653696"/>
                </a:cubicBezTo>
                <a:cubicBezTo>
                  <a:pt x="6619816" y="1640042"/>
                  <a:pt x="6638022" y="1626629"/>
                  <a:pt x="6658378" y="1613816"/>
                </a:cubicBezTo>
                <a:cubicBezTo>
                  <a:pt x="6649516" y="1598847"/>
                  <a:pt x="6633591" y="1603278"/>
                  <a:pt x="6616463" y="1610825"/>
                </a:cubicBezTo>
                <a:cubicBezTo>
                  <a:pt x="6599339" y="1618367"/>
                  <a:pt x="6580539" y="1628547"/>
                  <a:pt x="6567484" y="1625914"/>
                </a:cubicBezTo>
                <a:cubicBezTo>
                  <a:pt x="6572273" y="1650584"/>
                  <a:pt x="6598740" y="1619328"/>
                  <a:pt x="6610713" y="1625914"/>
                </a:cubicBezTo>
                <a:cubicBezTo>
                  <a:pt x="6606283" y="1650821"/>
                  <a:pt x="6589758" y="1647946"/>
                  <a:pt x="6568441" y="1645554"/>
                </a:cubicBezTo>
                <a:cubicBezTo>
                  <a:pt x="6547124" y="1643158"/>
                  <a:pt x="6520540" y="1640762"/>
                  <a:pt x="6495150" y="1667229"/>
                </a:cubicBezTo>
                <a:cubicBezTo>
                  <a:pt x="6496826" y="1653937"/>
                  <a:pt x="6507127" y="1641960"/>
                  <a:pt x="6528082" y="1631301"/>
                </a:cubicBezTo>
                <a:cubicBezTo>
                  <a:pt x="6497848" y="1635103"/>
                  <a:pt x="6469035" y="1646382"/>
                  <a:pt x="6444253" y="1664113"/>
                </a:cubicBezTo>
                <a:cubicBezTo>
                  <a:pt x="6422281" y="1678603"/>
                  <a:pt x="6404286" y="1698365"/>
                  <a:pt x="6391921" y="1721600"/>
                </a:cubicBezTo>
                <a:cubicBezTo>
                  <a:pt x="6399584" y="1685672"/>
                  <a:pt x="6322340" y="1748184"/>
                  <a:pt x="6291921" y="1755369"/>
                </a:cubicBezTo>
                <a:cubicBezTo>
                  <a:pt x="6314798" y="1703994"/>
                  <a:pt x="6241145" y="1779319"/>
                  <a:pt x="6222465" y="1788900"/>
                </a:cubicBezTo>
                <a:cubicBezTo>
                  <a:pt x="6147734" y="1826384"/>
                  <a:pt x="6026541" y="1845667"/>
                  <a:pt x="5967020" y="1887104"/>
                </a:cubicBezTo>
                <a:cubicBezTo>
                  <a:pt x="5989178" y="1896564"/>
                  <a:pt x="5965227" y="1925187"/>
                  <a:pt x="5996484" y="1914528"/>
                </a:cubicBezTo>
                <a:cubicBezTo>
                  <a:pt x="6001992" y="1929854"/>
                  <a:pt x="5966064" y="1930816"/>
                  <a:pt x="5954690" y="1940392"/>
                </a:cubicBezTo>
                <a:cubicBezTo>
                  <a:pt x="5935049" y="1935363"/>
                  <a:pt x="5926425" y="1906382"/>
                  <a:pt x="5896125" y="1925187"/>
                </a:cubicBezTo>
                <a:cubicBezTo>
                  <a:pt x="5913969" y="1934768"/>
                  <a:pt x="5900797" y="1939556"/>
                  <a:pt x="5877325" y="1945784"/>
                </a:cubicBezTo>
                <a:cubicBezTo>
                  <a:pt x="5853853" y="1952012"/>
                  <a:pt x="5820201" y="1959675"/>
                  <a:pt x="5797448" y="1974407"/>
                </a:cubicBezTo>
                <a:cubicBezTo>
                  <a:pt x="5805831" y="1984104"/>
                  <a:pt x="5823196" y="1973329"/>
                  <a:pt x="5840078" y="1963985"/>
                </a:cubicBezTo>
                <a:cubicBezTo>
                  <a:pt x="5856965" y="1954646"/>
                  <a:pt x="5873373" y="1947340"/>
                  <a:pt x="5878282" y="1963985"/>
                </a:cubicBezTo>
                <a:cubicBezTo>
                  <a:pt x="5848103" y="1971291"/>
                  <a:pt x="5852176" y="1975006"/>
                  <a:pt x="5831695" y="1975963"/>
                </a:cubicBezTo>
                <a:cubicBezTo>
                  <a:pt x="5843673" y="1988776"/>
                  <a:pt x="5851099" y="2010930"/>
                  <a:pt x="5870498" y="2007460"/>
                </a:cubicBezTo>
                <a:cubicBezTo>
                  <a:pt x="5851099" y="2023265"/>
                  <a:pt x="5798642" y="2002310"/>
                  <a:pt x="5758525" y="2022187"/>
                </a:cubicBezTo>
                <a:cubicBezTo>
                  <a:pt x="5756370" y="2013804"/>
                  <a:pt x="5769183" y="2011050"/>
                  <a:pt x="5777208" y="2006499"/>
                </a:cubicBezTo>
                <a:cubicBezTo>
                  <a:pt x="5769662" y="1997159"/>
                  <a:pt x="5752176" y="2010094"/>
                  <a:pt x="5751577" y="1985302"/>
                </a:cubicBezTo>
                <a:cubicBezTo>
                  <a:pt x="5739005" y="2005542"/>
                  <a:pt x="5693017" y="2011649"/>
                  <a:pt x="5689427" y="2034885"/>
                </a:cubicBezTo>
                <a:cubicBezTo>
                  <a:pt x="5661873" y="2028773"/>
                  <a:pt x="5633065" y="2032238"/>
                  <a:pt x="5607752" y="2044703"/>
                </a:cubicBezTo>
                <a:cubicBezTo>
                  <a:pt x="5580686" y="2056081"/>
                  <a:pt x="5551464" y="2073563"/>
                  <a:pt x="5519251" y="2090328"/>
                </a:cubicBezTo>
                <a:cubicBezTo>
                  <a:pt x="5521229" y="2082670"/>
                  <a:pt x="5520557" y="2074562"/>
                  <a:pt x="5517333" y="2067335"/>
                </a:cubicBezTo>
                <a:cubicBezTo>
                  <a:pt x="5479491" y="2112607"/>
                  <a:pt x="5350872" y="2130929"/>
                  <a:pt x="5305725" y="2185179"/>
                </a:cubicBezTo>
                <a:cubicBezTo>
                  <a:pt x="5278887" y="2186493"/>
                  <a:pt x="5252385" y="2191695"/>
                  <a:pt x="5227042" y="2200625"/>
                </a:cubicBezTo>
                <a:cubicBezTo>
                  <a:pt x="5202221" y="2208267"/>
                  <a:pt x="5178628" y="2219439"/>
                  <a:pt x="5156983" y="2233800"/>
                </a:cubicBezTo>
                <a:cubicBezTo>
                  <a:pt x="5160698" y="2247932"/>
                  <a:pt x="5194588" y="2240863"/>
                  <a:pt x="5189679" y="2225054"/>
                </a:cubicBezTo>
                <a:cubicBezTo>
                  <a:pt x="5200695" y="2238950"/>
                  <a:pt x="5188360" y="2250686"/>
                  <a:pt x="5169917" y="2259905"/>
                </a:cubicBezTo>
                <a:cubicBezTo>
                  <a:pt x="5152053" y="2267866"/>
                  <a:pt x="5133739" y="2274783"/>
                  <a:pt x="5115068" y="2280623"/>
                </a:cubicBezTo>
                <a:cubicBezTo>
                  <a:pt x="5125727" y="2297872"/>
                  <a:pt x="5079145" y="2324335"/>
                  <a:pt x="5055194" y="2330563"/>
                </a:cubicBezTo>
                <a:cubicBezTo>
                  <a:pt x="5074593" y="2355953"/>
                  <a:pt x="5099501" y="2307332"/>
                  <a:pt x="5112198" y="2315715"/>
                </a:cubicBezTo>
                <a:cubicBezTo>
                  <a:pt x="5104052" y="2332240"/>
                  <a:pt x="5103931" y="2332959"/>
                  <a:pt x="5106207" y="2344096"/>
                </a:cubicBezTo>
                <a:cubicBezTo>
                  <a:pt x="5076029" y="2332718"/>
                  <a:pt x="5078666" y="2356070"/>
                  <a:pt x="5064534" y="2359186"/>
                </a:cubicBezTo>
                <a:cubicBezTo>
                  <a:pt x="5074473" y="2357151"/>
                  <a:pt x="5057465" y="2333916"/>
                  <a:pt x="5025373" y="2365293"/>
                </a:cubicBezTo>
                <a:cubicBezTo>
                  <a:pt x="5017232" y="2351518"/>
                  <a:pt x="5046091" y="2349126"/>
                  <a:pt x="5053160" y="2339545"/>
                </a:cubicBezTo>
                <a:cubicBezTo>
                  <a:pt x="5013279" y="2329365"/>
                  <a:pt x="5022020" y="2378585"/>
                  <a:pt x="4997113" y="2390080"/>
                </a:cubicBezTo>
                <a:cubicBezTo>
                  <a:pt x="4998069" y="2380262"/>
                  <a:pt x="4999625" y="2371038"/>
                  <a:pt x="5001302" y="2361698"/>
                </a:cubicBezTo>
                <a:cubicBezTo>
                  <a:pt x="4997350" y="2359543"/>
                  <a:pt x="4993281" y="2361698"/>
                  <a:pt x="4987889" y="2363737"/>
                </a:cubicBezTo>
                <a:cubicBezTo>
                  <a:pt x="4981523" y="2366970"/>
                  <a:pt x="4974171" y="2367698"/>
                  <a:pt x="4967292" y="2365772"/>
                </a:cubicBezTo>
                <a:cubicBezTo>
                  <a:pt x="4956396" y="2403256"/>
                  <a:pt x="4967292" y="2397747"/>
                  <a:pt x="4931364" y="2424452"/>
                </a:cubicBezTo>
                <a:cubicBezTo>
                  <a:pt x="4925140" y="2404574"/>
                  <a:pt x="4948371" y="2393317"/>
                  <a:pt x="4960943" y="2378827"/>
                </a:cubicBezTo>
                <a:cubicBezTo>
                  <a:pt x="4931364" y="2353316"/>
                  <a:pt x="4918791" y="2406846"/>
                  <a:pt x="4892444" y="2388403"/>
                </a:cubicBezTo>
                <a:cubicBezTo>
                  <a:pt x="4880467" y="2398226"/>
                  <a:pt x="4909210" y="2401101"/>
                  <a:pt x="4915081" y="2400381"/>
                </a:cubicBezTo>
                <a:cubicBezTo>
                  <a:pt x="4913999" y="2414750"/>
                  <a:pt x="4904780" y="2411638"/>
                  <a:pt x="4893522" y="2408764"/>
                </a:cubicBezTo>
                <a:cubicBezTo>
                  <a:pt x="4882264" y="2405889"/>
                  <a:pt x="4868615" y="2403014"/>
                  <a:pt x="4859632" y="2419664"/>
                </a:cubicBezTo>
                <a:cubicBezTo>
                  <a:pt x="4876157" y="2414513"/>
                  <a:pt x="4891488" y="2423374"/>
                  <a:pt x="4908732" y="2413315"/>
                </a:cubicBezTo>
                <a:cubicBezTo>
                  <a:pt x="4906861" y="2424030"/>
                  <a:pt x="4900082" y="2433249"/>
                  <a:pt x="4890410" y="2438223"/>
                </a:cubicBezTo>
                <a:cubicBezTo>
                  <a:pt x="4879902" y="2444705"/>
                  <a:pt x="4868696" y="2449972"/>
                  <a:pt x="4856999" y="2453911"/>
                </a:cubicBezTo>
                <a:cubicBezTo>
                  <a:pt x="4833044" y="2462893"/>
                  <a:pt x="4809094" y="2471396"/>
                  <a:pt x="4809094" y="2492114"/>
                </a:cubicBezTo>
                <a:cubicBezTo>
                  <a:pt x="4779294" y="2500700"/>
                  <a:pt x="4750840" y="2513397"/>
                  <a:pt x="4724544" y="2529840"/>
                </a:cubicBezTo>
                <a:cubicBezTo>
                  <a:pt x="4696525" y="2547321"/>
                  <a:pt x="4671613" y="2566483"/>
                  <a:pt x="4660955" y="2588999"/>
                </a:cubicBezTo>
                <a:cubicBezTo>
                  <a:pt x="4650658" y="2600972"/>
                  <a:pt x="4641793" y="2577021"/>
                  <a:pt x="4631496" y="2585167"/>
                </a:cubicBezTo>
                <a:cubicBezTo>
                  <a:pt x="4612079" y="2609446"/>
                  <a:pt x="4590030" y="2631496"/>
                  <a:pt x="4565747" y="2650912"/>
                </a:cubicBezTo>
                <a:cubicBezTo>
                  <a:pt x="4539154" y="2675224"/>
                  <a:pt x="4517591" y="2704519"/>
                  <a:pt x="4502278" y="2737138"/>
                </a:cubicBezTo>
                <a:cubicBezTo>
                  <a:pt x="4492335" y="2725160"/>
                  <a:pt x="4504670" y="2713903"/>
                  <a:pt x="4518083" y="2703244"/>
                </a:cubicBezTo>
                <a:cubicBezTo>
                  <a:pt x="4482159" y="2702408"/>
                  <a:pt x="4494132" y="2747555"/>
                  <a:pt x="4471617" y="2765040"/>
                </a:cubicBezTo>
                <a:cubicBezTo>
                  <a:pt x="4458445" y="2755938"/>
                  <a:pt x="4469462" y="2747676"/>
                  <a:pt x="4477009" y="2740013"/>
                </a:cubicBezTo>
                <a:cubicBezTo>
                  <a:pt x="4425871" y="2778035"/>
                  <a:pt x="4377189" y="2817734"/>
                  <a:pt x="4335305" y="2858615"/>
                </a:cubicBezTo>
                <a:lnTo>
                  <a:pt x="4276107" y="2932346"/>
                </a:lnTo>
                <a:lnTo>
                  <a:pt x="4291623" y="2960843"/>
                </a:lnTo>
                <a:cubicBezTo>
                  <a:pt x="4296588" y="2973006"/>
                  <a:pt x="4298364" y="2986242"/>
                  <a:pt x="4296769" y="2999284"/>
                </a:cubicBezTo>
                <a:cubicBezTo>
                  <a:pt x="4296454" y="3011525"/>
                  <a:pt x="4292261" y="3023351"/>
                  <a:pt x="4284796" y="3033057"/>
                </a:cubicBezTo>
                <a:cubicBezTo>
                  <a:pt x="4277296" y="3044354"/>
                  <a:pt x="4266634" y="3053185"/>
                  <a:pt x="4254139" y="3058443"/>
                </a:cubicBezTo>
                <a:cubicBezTo>
                  <a:pt x="4261655" y="3069934"/>
                  <a:pt x="4261224" y="3084889"/>
                  <a:pt x="4253061" y="3095927"/>
                </a:cubicBezTo>
                <a:cubicBezTo>
                  <a:pt x="4247019" y="3105659"/>
                  <a:pt x="4242950" y="3116481"/>
                  <a:pt x="4241084" y="3127782"/>
                </a:cubicBezTo>
                <a:cubicBezTo>
                  <a:pt x="4235274" y="3117852"/>
                  <a:pt x="4233313" y="3106133"/>
                  <a:pt x="4235576" y="3094850"/>
                </a:cubicBezTo>
                <a:cubicBezTo>
                  <a:pt x="4237132" y="3088742"/>
                  <a:pt x="4239166" y="3082876"/>
                  <a:pt x="4241084" y="3075929"/>
                </a:cubicBezTo>
                <a:cubicBezTo>
                  <a:pt x="4243002" y="3068981"/>
                  <a:pt x="4244316" y="3062516"/>
                  <a:pt x="4247312" y="3055090"/>
                </a:cubicBezTo>
                <a:cubicBezTo>
                  <a:pt x="4223361" y="3059641"/>
                  <a:pt x="4221443" y="3074252"/>
                  <a:pt x="4218448" y="3089221"/>
                </a:cubicBezTo>
                <a:cubicBezTo>
                  <a:pt x="4217439" y="3096526"/>
                  <a:pt x="4216000" y="3103763"/>
                  <a:pt x="4214138" y="3110900"/>
                </a:cubicBezTo>
                <a:cubicBezTo>
                  <a:pt x="4210948" y="3118723"/>
                  <a:pt x="4204794" y="3124964"/>
                  <a:pt x="4197014" y="3128265"/>
                </a:cubicBezTo>
                <a:cubicBezTo>
                  <a:pt x="4199277" y="3119089"/>
                  <a:pt x="4200876" y="3109762"/>
                  <a:pt x="4201803" y="3100362"/>
                </a:cubicBezTo>
                <a:cubicBezTo>
                  <a:pt x="4203359" y="3091018"/>
                  <a:pt x="4205755" y="3081679"/>
                  <a:pt x="4207311" y="3072455"/>
                </a:cubicBezTo>
                <a:cubicBezTo>
                  <a:pt x="4208272" y="3067908"/>
                  <a:pt x="4208871" y="3063236"/>
                  <a:pt x="4210186" y="3058685"/>
                </a:cubicBezTo>
                <a:lnTo>
                  <a:pt x="4215215" y="3045035"/>
                </a:lnTo>
                <a:cubicBezTo>
                  <a:pt x="4216892" y="3040600"/>
                  <a:pt x="4218810" y="3036169"/>
                  <a:pt x="4220723" y="3031739"/>
                </a:cubicBezTo>
                <a:cubicBezTo>
                  <a:pt x="4222676" y="3027209"/>
                  <a:pt x="4225124" y="3022912"/>
                  <a:pt x="4228029" y="3018925"/>
                </a:cubicBezTo>
                <a:cubicBezTo>
                  <a:pt x="4217646" y="3021593"/>
                  <a:pt x="4208272" y="3027256"/>
                  <a:pt x="4201083" y="3035212"/>
                </a:cubicBezTo>
                <a:cubicBezTo>
                  <a:pt x="4195575" y="3041983"/>
                  <a:pt x="4191497" y="3049806"/>
                  <a:pt x="4189110" y="3058206"/>
                </a:cubicBezTo>
                <a:cubicBezTo>
                  <a:pt x="4185938" y="3080187"/>
                  <a:pt x="4181214" y="3101918"/>
                  <a:pt x="4174977" y="3123235"/>
                </a:cubicBezTo>
                <a:cubicBezTo>
                  <a:pt x="4168034" y="3112378"/>
                  <a:pt x="4167573" y="3098599"/>
                  <a:pt x="4173779" y="3087307"/>
                </a:cubicBezTo>
                <a:lnTo>
                  <a:pt x="4180171" y="3056599"/>
                </a:lnTo>
                <a:lnTo>
                  <a:pt x="4164668" y="3068684"/>
                </a:lnTo>
                <a:lnTo>
                  <a:pt x="4159621" y="3070231"/>
                </a:lnTo>
                <a:lnTo>
                  <a:pt x="4158332" y="3072218"/>
                </a:lnTo>
                <a:cubicBezTo>
                  <a:pt x="4155768" y="3077791"/>
                  <a:pt x="4153643" y="3083557"/>
                  <a:pt x="4151983" y="3089462"/>
                </a:cubicBezTo>
                <a:cubicBezTo>
                  <a:pt x="4151147" y="3092579"/>
                  <a:pt x="4150428" y="3095690"/>
                  <a:pt x="4149708" y="3098802"/>
                </a:cubicBezTo>
                <a:cubicBezTo>
                  <a:pt x="4148992" y="3101918"/>
                  <a:pt x="4149109" y="3104909"/>
                  <a:pt x="4148872" y="3108026"/>
                </a:cubicBezTo>
                <a:cubicBezTo>
                  <a:pt x="4148273" y="3119998"/>
                  <a:pt x="4147794" y="3132816"/>
                  <a:pt x="4148273" y="3142755"/>
                </a:cubicBezTo>
                <a:cubicBezTo>
                  <a:pt x="4149432" y="3149798"/>
                  <a:pt x="4149833" y="3156944"/>
                  <a:pt x="4149471" y="3164072"/>
                </a:cubicBezTo>
                <a:cubicBezTo>
                  <a:pt x="4149471" y="3171378"/>
                  <a:pt x="4148273" y="3181916"/>
                  <a:pt x="4149471" y="3193290"/>
                </a:cubicBezTo>
                <a:cubicBezTo>
                  <a:pt x="4149471" y="3202156"/>
                  <a:pt x="4149471" y="3202156"/>
                  <a:pt x="4149471" y="3211974"/>
                </a:cubicBezTo>
                <a:cubicBezTo>
                  <a:pt x="4149471" y="3215206"/>
                  <a:pt x="4149471" y="3218680"/>
                  <a:pt x="4149471" y="3221913"/>
                </a:cubicBezTo>
                <a:lnTo>
                  <a:pt x="4150428" y="3231735"/>
                </a:lnTo>
                <a:lnTo>
                  <a:pt x="4150428" y="3236765"/>
                </a:lnTo>
                <a:lnTo>
                  <a:pt x="4150428" y="3239278"/>
                </a:lnTo>
                <a:lnTo>
                  <a:pt x="4150428" y="3241196"/>
                </a:lnTo>
                <a:lnTo>
                  <a:pt x="4150428" y="3243351"/>
                </a:lnTo>
                <a:lnTo>
                  <a:pt x="4151268" y="3248622"/>
                </a:lnTo>
                <a:lnTo>
                  <a:pt x="4152462" y="3253052"/>
                </a:lnTo>
                <a:lnTo>
                  <a:pt x="4154858" y="3261793"/>
                </a:lnTo>
                <a:lnTo>
                  <a:pt x="4160246" y="3278529"/>
                </a:lnTo>
                <a:lnTo>
                  <a:pt x="4162720" y="3276943"/>
                </a:lnTo>
                <a:lnTo>
                  <a:pt x="4169900" y="3269460"/>
                </a:lnTo>
                <a:lnTo>
                  <a:pt x="4163482" y="3261435"/>
                </a:lnTo>
                <a:cubicBezTo>
                  <a:pt x="4161983" y="3250415"/>
                  <a:pt x="4163931" y="3247992"/>
                  <a:pt x="4167762" y="3249833"/>
                </a:cubicBezTo>
                <a:lnTo>
                  <a:pt x="4179037" y="3259948"/>
                </a:lnTo>
                <a:lnTo>
                  <a:pt x="4191984" y="3246462"/>
                </a:lnTo>
                <a:cubicBezTo>
                  <a:pt x="4196717" y="3244126"/>
                  <a:pt x="4196419" y="3247510"/>
                  <a:pt x="4193036" y="3253574"/>
                </a:cubicBezTo>
                <a:lnTo>
                  <a:pt x="4184550" y="3264844"/>
                </a:lnTo>
                <a:lnTo>
                  <a:pt x="4199648" y="3277718"/>
                </a:lnTo>
                <a:lnTo>
                  <a:pt x="4203703" y="3265077"/>
                </a:lnTo>
                <a:lnTo>
                  <a:pt x="4212879" y="3280697"/>
                </a:lnTo>
                <a:cubicBezTo>
                  <a:pt x="4215638" y="3291760"/>
                  <a:pt x="4218150" y="3307539"/>
                  <a:pt x="4220723" y="3324784"/>
                </a:cubicBezTo>
                <a:cubicBezTo>
                  <a:pt x="4225874" y="3359272"/>
                  <a:pt x="4234856" y="3399993"/>
                  <a:pt x="4253898" y="3423224"/>
                </a:cubicBezTo>
                <a:cubicBezTo>
                  <a:pt x="4234735" y="3413044"/>
                  <a:pt x="4221685" y="3377956"/>
                  <a:pt x="4208630" y="3342506"/>
                </a:cubicBezTo>
                <a:cubicBezTo>
                  <a:pt x="4202104" y="3324784"/>
                  <a:pt x="4195398" y="3306819"/>
                  <a:pt x="4188032" y="3292135"/>
                </a:cubicBezTo>
                <a:lnTo>
                  <a:pt x="4175658" y="3276658"/>
                </a:lnTo>
                <a:lnTo>
                  <a:pt x="4175581" y="3276762"/>
                </a:lnTo>
                <a:lnTo>
                  <a:pt x="4163095" y="3287433"/>
                </a:lnTo>
                <a:lnTo>
                  <a:pt x="4182283" y="3347420"/>
                </a:lnTo>
                <a:cubicBezTo>
                  <a:pt x="4189230" y="3369573"/>
                  <a:pt x="4196174" y="3390653"/>
                  <a:pt x="4202643" y="3410531"/>
                </a:cubicBezTo>
                <a:cubicBezTo>
                  <a:pt x="4209108" y="3430409"/>
                  <a:pt x="4215694" y="3448972"/>
                  <a:pt x="4220607" y="3465621"/>
                </a:cubicBezTo>
                <a:lnTo>
                  <a:pt x="4221874" y="3447170"/>
                </a:lnTo>
                <a:lnTo>
                  <a:pt x="4252837" y="3540124"/>
                </a:lnTo>
                <a:cubicBezTo>
                  <a:pt x="4262401" y="3583849"/>
                  <a:pt x="4268211" y="3629086"/>
                  <a:pt x="4271142" y="3671841"/>
                </a:cubicBezTo>
                <a:cubicBezTo>
                  <a:pt x="4277016" y="3757347"/>
                  <a:pt x="4271142" y="3836268"/>
                  <a:pt x="4279288" y="3883212"/>
                </a:cubicBezTo>
                <a:cubicBezTo>
                  <a:pt x="4264677" y="3884768"/>
                  <a:pt x="4266112" y="3864649"/>
                  <a:pt x="4267310" y="3845008"/>
                </a:cubicBezTo>
                <a:cubicBezTo>
                  <a:pt x="4268508" y="3825368"/>
                  <a:pt x="4267310" y="3806089"/>
                  <a:pt x="4251622" y="3810037"/>
                </a:cubicBezTo>
                <a:cubicBezTo>
                  <a:pt x="4259233" y="3789724"/>
                  <a:pt x="4262854" y="3768135"/>
                  <a:pt x="4262280" y="3746447"/>
                </a:cubicBezTo>
                <a:cubicBezTo>
                  <a:pt x="4261414" y="3722238"/>
                  <a:pt x="4258164" y="3698171"/>
                  <a:pt x="4252579" y="3674595"/>
                </a:cubicBezTo>
                <a:cubicBezTo>
                  <a:pt x="4240605" y="3624776"/>
                  <a:pt x="4221323" y="3571604"/>
                  <a:pt x="4204677" y="3514238"/>
                </a:cubicBezTo>
                <a:cubicBezTo>
                  <a:pt x="4186593" y="3515436"/>
                  <a:pt x="4187433" y="3534956"/>
                  <a:pt x="4190429" y="3557351"/>
                </a:cubicBezTo>
                <a:cubicBezTo>
                  <a:pt x="4193420" y="3579745"/>
                  <a:pt x="4198691" y="3605256"/>
                  <a:pt x="4191984" y="3617229"/>
                </a:cubicBezTo>
                <a:cubicBezTo>
                  <a:pt x="4218569" y="3626569"/>
                  <a:pt x="4194739" y="3580707"/>
                  <a:pt x="4203958" y="3571841"/>
                </a:cubicBezTo>
                <a:cubicBezTo>
                  <a:pt x="4227913" y="3590882"/>
                  <a:pt x="4220723" y="3606933"/>
                  <a:pt x="4211504" y="3627767"/>
                </a:cubicBezTo>
                <a:cubicBezTo>
                  <a:pt x="4196898" y="3655304"/>
                  <a:pt x="4195536" y="3687969"/>
                  <a:pt x="4207789" y="3716626"/>
                </a:cubicBezTo>
                <a:cubicBezTo>
                  <a:pt x="4195816" y="3706688"/>
                  <a:pt x="4188390" y="3688366"/>
                  <a:pt x="4184800" y="3661299"/>
                </a:cubicBezTo>
                <a:cubicBezTo>
                  <a:pt x="4178779" y="3696322"/>
                  <a:pt x="4179102" y="3732142"/>
                  <a:pt x="4185757" y="3767045"/>
                </a:cubicBezTo>
                <a:cubicBezTo>
                  <a:pt x="4190670" y="3800098"/>
                  <a:pt x="4200057" y="3832328"/>
                  <a:pt x="4213659" y="3862852"/>
                </a:cubicBezTo>
                <a:cubicBezTo>
                  <a:pt x="4206712" y="3854348"/>
                  <a:pt x="4202522" y="3855904"/>
                  <a:pt x="4200005" y="3863692"/>
                </a:cubicBezTo>
                <a:cubicBezTo>
                  <a:pt x="4197256" y="3876169"/>
                  <a:pt x="4195695" y="3888880"/>
                  <a:pt x="4195338" y="3901654"/>
                </a:cubicBezTo>
                <a:cubicBezTo>
                  <a:pt x="4194864" y="3933221"/>
                  <a:pt x="4190847" y="3964632"/>
                  <a:pt x="4183360" y="3995302"/>
                </a:cubicBezTo>
                <a:cubicBezTo>
                  <a:pt x="4170667" y="3963688"/>
                  <a:pt x="4167672" y="3982010"/>
                  <a:pt x="4166116" y="4011111"/>
                </a:cubicBezTo>
                <a:cubicBezTo>
                  <a:pt x="4165607" y="4038919"/>
                  <a:pt x="4163086" y="4066658"/>
                  <a:pt x="4158569" y="4094104"/>
                </a:cubicBezTo>
                <a:cubicBezTo>
                  <a:pt x="4143480" y="4147755"/>
                  <a:pt x="4110668" y="4208828"/>
                  <a:pt x="4074740" y="4265237"/>
                </a:cubicBezTo>
                <a:cubicBezTo>
                  <a:pt x="4038820" y="4321646"/>
                  <a:pt x="3999655" y="4373736"/>
                  <a:pt x="3976541" y="4417685"/>
                </a:cubicBezTo>
                <a:cubicBezTo>
                  <a:pt x="4005401" y="4407389"/>
                  <a:pt x="3992945" y="4453614"/>
                  <a:pt x="4022287" y="4417086"/>
                </a:cubicBezTo>
                <a:cubicBezTo>
                  <a:pt x="4029114" y="4421517"/>
                  <a:pt x="4022287" y="4431939"/>
                  <a:pt x="4013546" y="4443433"/>
                </a:cubicBezTo>
                <a:cubicBezTo>
                  <a:pt x="4003845" y="4453467"/>
                  <a:pt x="3995143" y="4464414"/>
                  <a:pt x="3987557" y="4476129"/>
                </a:cubicBezTo>
                <a:cubicBezTo>
                  <a:pt x="3962288" y="4487387"/>
                  <a:pt x="3939656" y="4468104"/>
                  <a:pt x="3911990" y="4509062"/>
                </a:cubicBezTo>
                <a:cubicBezTo>
                  <a:pt x="3937139" y="4504032"/>
                  <a:pt x="3923968" y="4519242"/>
                  <a:pt x="3897500" y="4542830"/>
                </a:cubicBezTo>
                <a:cubicBezTo>
                  <a:pt x="3871032" y="4566423"/>
                  <a:pt x="3831634" y="4597442"/>
                  <a:pt x="3806007" y="4627742"/>
                </a:cubicBezTo>
                <a:cubicBezTo>
                  <a:pt x="3820019" y="4631573"/>
                  <a:pt x="3839660" y="4608459"/>
                  <a:pt x="3857981" y="4587503"/>
                </a:cubicBezTo>
                <a:cubicBezTo>
                  <a:pt x="3876303" y="4566544"/>
                  <a:pt x="3893910" y="4547382"/>
                  <a:pt x="3905883" y="4559838"/>
                </a:cubicBezTo>
                <a:cubicBezTo>
                  <a:pt x="3871032" y="4589538"/>
                  <a:pt x="3877260" y="4589658"/>
                  <a:pt x="3851275" y="4605226"/>
                </a:cubicBezTo>
                <a:cubicBezTo>
                  <a:pt x="3870916" y="4608937"/>
                  <a:pt x="3888281" y="4625108"/>
                  <a:pt x="3911869" y="4607023"/>
                </a:cubicBezTo>
                <a:cubicBezTo>
                  <a:pt x="3902530" y="4621871"/>
                  <a:pt x="3878338" y="4634327"/>
                  <a:pt x="3850797" y="4648580"/>
                </a:cubicBezTo>
                <a:cubicBezTo>
                  <a:pt x="3820588" y="4662299"/>
                  <a:pt x="3792383" y="4680065"/>
                  <a:pt x="3766963" y="4701391"/>
                </a:cubicBezTo>
                <a:cubicBezTo>
                  <a:pt x="3762054" y="4694327"/>
                  <a:pt x="3778941" y="4683190"/>
                  <a:pt x="3788280" y="4673246"/>
                </a:cubicBezTo>
                <a:cubicBezTo>
                  <a:pt x="3775587" y="4669057"/>
                  <a:pt x="3755589" y="4693249"/>
                  <a:pt x="3748163" y="4668936"/>
                </a:cubicBezTo>
                <a:cubicBezTo>
                  <a:pt x="3737147" y="4697081"/>
                  <a:pt x="3674272" y="4732289"/>
                  <a:pt x="3673195" y="4757916"/>
                </a:cubicBezTo>
                <a:cubicBezTo>
                  <a:pt x="3631496" y="4768907"/>
                  <a:pt x="3592520" y="4788397"/>
                  <a:pt x="3558709" y="4815162"/>
                </a:cubicBezTo>
                <a:cubicBezTo>
                  <a:pt x="3549485" y="4821984"/>
                  <a:pt x="3539546" y="4829410"/>
                  <a:pt x="3530444" y="4836837"/>
                </a:cubicBezTo>
                <a:lnTo>
                  <a:pt x="3502661" y="4859710"/>
                </a:lnTo>
                <a:lnTo>
                  <a:pt x="3473324" y="4888091"/>
                </a:lnTo>
                <a:cubicBezTo>
                  <a:pt x="3472233" y="4880462"/>
                  <a:pt x="3469039" y="4873286"/>
                  <a:pt x="3464100" y="4867373"/>
                </a:cubicBezTo>
                <a:cubicBezTo>
                  <a:pt x="3457152" y="4890009"/>
                  <a:pt x="3431047" y="4908210"/>
                  <a:pt x="3402187" y="4931204"/>
                </a:cubicBezTo>
                <a:cubicBezTo>
                  <a:pt x="3373323" y="4954193"/>
                  <a:pt x="3343028" y="4980303"/>
                  <a:pt x="3332369" y="5010960"/>
                </a:cubicBezTo>
                <a:cubicBezTo>
                  <a:pt x="3308535" y="5019291"/>
                  <a:pt x="3286214" y="5031424"/>
                  <a:pt x="3266263" y="5046888"/>
                </a:cubicBezTo>
                <a:cubicBezTo>
                  <a:pt x="3245178" y="5062305"/>
                  <a:pt x="3226214" y="5080420"/>
                  <a:pt x="3209858" y="5100780"/>
                </a:cubicBezTo>
                <a:cubicBezTo>
                  <a:pt x="3217762" y="5112754"/>
                  <a:pt x="3248656" y="5095031"/>
                  <a:pt x="3238959" y="5081739"/>
                </a:cubicBezTo>
                <a:cubicBezTo>
                  <a:pt x="3253928" y="5091436"/>
                  <a:pt x="3245665" y="5106289"/>
                  <a:pt x="3230335" y="5121736"/>
                </a:cubicBezTo>
                <a:cubicBezTo>
                  <a:pt x="3214896" y="5136010"/>
                  <a:pt x="3198531" y="5149251"/>
                  <a:pt x="3181356" y="5161379"/>
                </a:cubicBezTo>
                <a:cubicBezTo>
                  <a:pt x="3196923" y="5174193"/>
                  <a:pt x="3154768" y="5218982"/>
                  <a:pt x="3130938" y="5234308"/>
                </a:cubicBezTo>
                <a:cubicBezTo>
                  <a:pt x="3157884" y="5252871"/>
                  <a:pt x="3172012" y="5193471"/>
                  <a:pt x="3187463" y="5197303"/>
                </a:cubicBezTo>
                <a:cubicBezTo>
                  <a:pt x="3182912" y="5217185"/>
                  <a:pt x="3183033" y="5217900"/>
                  <a:pt x="3188062" y="5228322"/>
                </a:cubicBezTo>
                <a:cubicBezTo>
                  <a:pt x="3153569" y="5228322"/>
                  <a:pt x="3162073" y="5251553"/>
                  <a:pt x="3146863" y="5260056"/>
                </a:cubicBezTo>
                <a:cubicBezTo>
                  <a:pt x="3157285" y="5254190"/>
                  <a:pt x="3134049" y="5236825"/>
                  <a:pt x="3105668" y="5281494"/>
                </a:cubicBezTo>
                <a:cubicBezTo>
                  <a:pt x="3094652" y="5269517"/>
                  <a:pt x="3125068" y="5257543"/>
                  <a:pt x="3131058" y="5244730"/>
                </a:cubicBezTo>
                <a:cubicBezTo>
                  <a:pt x="3086027" y="5249161"/>
                  <a:pt x="3105547" y="5296820"/>
                  <a:pt x="3080161" y="5318138"/>
                </a:cubicBezTo>
                <a:cubicBezTo>
                  <a:pt x="3080161" y="5307841"/>
                  <a:pt x="3080161" y="5297420"/>
                  <a:pt x="3080161" y="5287002"/>
                </a:cubicBezTo>
                <a:cubicBezTo>
                  <a:pt x="3070938" y="5285446"/>
                  <a:pt x="3064232" y="5302333"/>
                  <a:pt x="3044233" y="5303169"/>
                </a:cubicBezTo>
                <a:cubicBezTo>
                  <a:pt x="3038484" y="5345562"/>
                  <a:pt x="3049500" y="5336222"/>
                  <a:pt x="3014175" y="5376340"/>
                </a:cubicBezTo>
                <a:cubicBezTo>
                  <a:pt x="3004595" y="5357419"/>
                  <a:pt x="3027946" y="5338020"/>
                  <a:pt x="3039324" y="5318857"/>
                </a:cubicBezTo>
                <a:cubicBezTo>
                  <a:pt x="3003396" y="5302092"/>
                  <a:pt x="2998125" y="5361970"/>
                  <a:pt x="2967468" y="5351070"/>
                </a:cubicBezTo>
                <a:cubicBezTo>
                  <a:pt x="2956689" y="5365082"/>
                  <a:pt x="2987350" y="5358975"/>
                  <a:pt x="2993458" y="5355863"/>
                </a:cubicBezTo>
                <a:cubicBezTo>
                  <a:pt x="2995250" y="5386761"/>
                  <a:pt x="2952138" y="5354786"/>
                  <a:pt x="2936811" y="5393106"/>
                </a:cubicBezTo>
                <a:cubicBezTo>
                  <a:pt x="2954056" y="5383766"/>
                  <a:pt x="2971300" y="5387718"/>
                  <a:pt x="2988428" y="5371551"/>
                </a:cubicBezTo>
                <a:cubicBezTo>
                  <a:pt x="2987708" y="5422207"/>
                  <a:pt x="2887591" y="5438016"/>
                  <a:pt x="2891302" y="5482085"/>
                </a:cubicBezTo>
                <a:cubicBezTo>
                  <a:pt x="2839690" y="5509751"/>
                  <a:pt x="2762326" y="5565915"/>
                  <a:pt x="2742444" y="5613820"/>
                </a:cubicBezTo>
                <a:cubicBezTo>
                  <a:pt x="2732268" y="5627591"/>
                  <a:pt x="2721609" y="5604959"/>
                  <a:pt x="2711308" y="5614419"/>
                </a:cubicBezTo>
                <a:cubicBezTo>
                  <a:pt x="2675380" y="5674298"/>
                  <a:pt x="2616699" y="5705791"/>
                  <a:pt x="2583887" y="5787707"/>
                </a:cubicBezTo>
                <a:cubicBezTo>
                  <a:pt x="2573108" y="5775730"/>
                  <a:pt x="2585444" y="5763752"/>
                  <a:pt x="2598856" y="5751059"/>
                </a:cubicBezTo>
                <a:cubicBezTo>
                  <a:pt x="2561372" y="5753693"/>
                  <a:pt x="2575625" y="5799680"/>
                  <a:pt x="2553110" y="5819321"/>
                </a:cubicBezTo>
                <a:cubicBezTo>
                  <a:pt x="2539456" y="5810817"/>
                  <a:pt x="2550477" y="5802077"/>
                  <a:pt x="2557898" y="5793215"/>
                </a:cubicBezTo>
                <a:cubicBezTo>
                  <a:pt x="2455385" y="5878958"/>
                  <a:pt x="2363772" y="5965904"/>
                  <a:pt x="2317427" y="6051410"/>
                </a:cubicBezTo>
                <a:cubicBezTo>
                  <a:pt x="2320659" y="6076321"/>
                  <a:pt x="2279464" y="6043626"/>
                  <a:pt x="2265931" y="6083265"/>
                </a:cubicBezTo>
                <a:cubicBezTo>
                  <a:pt x="2253953" y="6105659"/>
                  <a:pt x="2277068" y="6095242"/>
                  <a:pt x="2276710" y="6114284"/>
                </a:cubicBezTo>
                <a:cubicBezTo>
                  <a:pt x="2255152" y="6113685"/>
                  <a:pt x="2245454" y="6162185"/>
                  <a:pt x="2214793" y="6146376"/>
                </a:cubicBezTo>
                <a:cubicBezTo>
                  <a:pt x="2225335" y="6177395"/>
                  <a:pt x="2150367" y="6209728"/>
                  <a:pt x="2164137" y="6240748"/>
                </a:cubicBezTo>
                <a:cubicBezTo>
                  <a:pt x="2123180" y="6223383"/>
                  <a:pt x="2103181" y="6301342"/>
                  <a:pt x="2056357" y="6299428"/>
                </a:cubicBezTo>
                <a:cubicBezTo>
                  <a:pt x="2071145" y="6276658"/>
                  <a:pt x="2088281" y="6255501"/>
                  <a:pt x="2107491" y="6236317"/>
                </a:cubicBezTo>
                <a:cubicBezTo>
                  <a:pt x="2055879" y="6240985"/>
                  <a:pt x="2008934" y="6353799"/>
                  <a:pt x="1984023" y="6332119"/>
                </a:cubicBezTo>
                <a:cubicBezTo>
                  <a:pt x="1961270" y="6346730"/>
                  <a:pt x="1971209" y="6369125"/>
                  <a:pt x="1948095" y="6369004"/>
                </a:cubicBezTo>
                <a:cubicBezTo>
                  <a:pt x="1956719" y="6409242"/>
                  <a:pt x="1916959" y="6448524"/>
                  <a:pt x="1892530" y="6478944"/>
                </a:cubicBezTo>
                <a:cubicBezTo>
                  <a:pt x="1915640" y="6473073"/>
                  <a:pt x="1959232" y="6429124"/>
                  <a:pt x="1964382" y="6395114"/>
                </a:cubicBezTo>
                <a:cubicBezTo>
                  <a:pt x="1973963" y="6415470"/>
                  <a:pt x="2002943" y="6386848"/>
                  <a:pt x="2026778" y="6394274"/>
                </a:cubicBezTo>
                <a:cubicBezTo>
                  <a:pt x="1981868" y="6419065"/>
                  <a:pt x="2009891" y="6424332"/>
                  <a:pt x="2006896" y="6456907"/>
                </a:cubicBezTo>
                <a:cubicBezTo>
                  <a:pt x="1958994" y="6451635"/>
                  <a:pt x="1947017" y="6544447"/>
                  <a:pt x="1924622" y="6520496"/>
                </a:cubicBezTo>
                <a:cubicBezTo>
                  <a:pt x="1909774" y="6537383"/>
                  <a:pt x="1920554" y="6548640"/>
                  <a:pt x="1894086" y="6562411"/>
                </a:cubicBezTo>
                <a:cubicBezTo>
                  <a:pt x="1906059" y="6577504"/>
                  <a:pt x="1918037" y="6546007"/>
                  <a:pt x="1930014" y="6567083"/>
                </a:cubicBezTo>
                <a:cubicBezTo>
                  <a:pt x="1906059" y="6574031"/>
                  <a:pt x="1906059" y="6595464"/>
                  <a:pt x="1888936" y="6598938"/>
                </a:cubicBezTo>
                <a:cubicBezTo>
                  <a:pt x="1883548" y="6592111"/>
                  <a:pt x="1893845" y="6584926"/>
                  <a:pt x="1898995" y="6577983"/>
                </a:cubicBezTo>
                <a:cubicBezTo>
                  <a:pt x="1875044" y="6577983"/>
                  <a:pt x="1851094" y="6593430"/>
                  <a:pt x="1827143" y="6620613"/>
                </a:cubicBezTo>
                <a:cubicBezTo>
                  <a:pt x="1895163" y="6606006"/>
                  <a:pt x="1716605" y="6691150"/>
                  <a:pt x="1787022" y="6725160"/>
                </a:cubicBezTo>
                <a:cubicBezTo>
                  <a:pt x="1774432" y="6740655"/>
                  <a:pt x="1758670" y="6753275"/>
                  <a:pt x="1740797" y="6762166"/>
                </a:cubicBezTo>
                <a:cubicBezTo>
                  <a:pt x="1724988" y="6748516"/>
                  <a:pt x="1776725" y="6733905"/>
                  <a:pt x="1760916" y="6720372"/>
                </a:cubicBezTo>
                <a:cubicBezTo>
                  <a:pt x="1753132" y="6720372"/>
                  <a:pt x="1708700" y="6765881"/>
                  <a:pt x="1741038" y="6783005"/>
                </a:cubicBezTo>
                <a:cubicBezTo>
                  <a:pt x="1704033" y="6787798"/>
                  <a:pt x="1681159" y="6754024"/>
                  <a:pt x="1667747" y="6742405"/>
                </a:cubicBezTo>
                <a:cubicBezTo>
                  <a:pt x="1663432" y="6749473"/>
                  <a:pt x="1674690" y="6756179"/>
                  <a:pt x="1667747" y="6763244"/>
                </a:cubicBezTo>
                <a:cubicBezTo>
                  <a:pt x="1681996" y="6787914"/>
                  <a:pt x="1695529" y="6764683"/>
                  <a:pt x="1709661" y="6783363"/>
                </a:cubicBezTo>
                <a:cubicBezTo>
                  <a:pt x="1688943" y="6793185"/>
                  <a:pt x="1667984" y="6776057"/>
                  <a:pt x="1646787" y="6753184"/>
                </a:cubicBezTo>
                <a:cubicBezTo>
                  <a:pt x="1638883" y="6777135"/>
                  <a:pt x="1621638" y="6785880"/>
                  <a:pt x="1600563" y="6790190"/>
                </a:cubicBezTo>
                <a:cubicBezTo>
                  <a:pt x="1595533" y="6785039"/>
                  <a:pt x="1602838" y="6779772"/>
                  <a:pt x="1605592" y="6774501"/>
                </a:cubicBezTo>
                <a:cubicBezTo>
                  <a:pt x="1591460" y="6765282"/>
                  <a:pt x="1578168" y="6798452"/>
                  <a:pt x="1564393" y="6806236"/>
                </a:cubicBezTo>
                <a:cubicBezTo>
                  <a:pt x="1549903" y="6796780"/>
                  <a:pt x="1527750" y="6815817"/>
                  <a:pt x="1528469" y="6791146"/>
                </a:cubicBezTo>
                <a:cubicBezTo>
                  <a:pt x="1506432" y="6805400"/>
                  <a:pt x="1516492" y="6819049"/>
                  <a:pt x="1497808" y="6833182"/>
                </a:cubicBezTo>
                <a:lnTo>
                  <a:pt x="1478741" y="6821622"/>
                </a:lnTo>
                <a:lnTo>
                  <a:pt x="1460445" y="6837617"/>
                </a:lnTo>
                <a:lnTo>
                  <a:pt x="1467711" y="6814938"/>
                </a:lnTo>
                <a:lnTo>
                  <a:pt x="1462078" y="6811524"/>
                </a:lnTo>
                <a:cubicBezTo>
                  <a:pt x="1452424" y="6805792"/>
                  <a:pt x="1445894" y="6798754"/>
                  <a:pt x="1445118" y="6782048"/>
                </a:cubicBezTo>
                <a:cubicBezTo>
                  <a:pt x="1461165" y="6774264"/>
                  <a:pt x="1467392" y="6823963"/>
                  <a:pt x="1492421" y="6817972"/>
                </a:cubicBezTo>
                <a:cubicBezTo>
                  <a:pt x="1499605" y="6797017"/>
                  <a:pt x="1480443" y="6776536"/>
                  <a:pt x="1491464" y="6755580"/>
                </a:cubicBezTo>
                <a:cubicBezTo>
                  <a:pt x="1493261" y="6733186"/>
                  <a:pt x="1493020" y="6786358"/>
                  <a:pt x="1502480" y="6797017"/>
                </a:cubicBezTo>
                <a:cubicBezTo>
                  <a:pt x="1581879" y="6751986"/>
                  <a:pt x="1619841" y="6704442"/>
                  <a:pt x="1671815" y="6643848"/>
                </a:cubicBezTo>
                <a:cubicBezTo>
                  <a:pt x="1589663" y="6673070"/>
                  <a:pt x="1566190" y="6756059"/>
                  <a:pt x="1506790" y="6729475"/>
                </a:cubicBezTo>
                <a:cubicBezTo>
                  <a:pt x="1554696" y="6738336"/>
                  <a:pt x="1497093" y="6676781"/>
                  <a:pt x="1552898" y="6681574"/>
                </a:cubicBezTo>
                <a:cubicBezTo>
                  <a:pt x="1537688" y="6665402"/>
                  <a:pt x="1562359" y="6667562"/>
                  <a:pt x="1573017" y="6639775"/>
                </a:cubicBezTo>
                <a:cubicBezTo>
                  <a:pt x="1515656" y="6665045"/>
                  <a:pt x="1499127" y="6715584"/>
                  <a:pt x="1465237" y="6760851"/>
                </a:cubicBezTo>
                <a:cubicBezTo>
                  <a:pt x="1462578" y="6749387"/>
                  <a:pt x="1466337" y="6737379"/>
                  <a:pt x="1475056" y="6729475"/>
                </a:cubicBezTo>
                <a:cubicBezTo>
                  <a:pt x="1463082" y="6720251"/>
                  <a:pt x="1451105" y="6751270"/>
                  <a:pt x="1439128" y="6745521"/>
                </a:cubicBezTo>
                <a:cubicBezTo>
                  <a:pt x="1436016" y="6729475"/>
                  <a:pt x="1467871" y="6723367"/>
                  <a:pt x="1433740" y="6730074"/>
                </a:cubicBezTo>
                <a:cubicBezTo>
                  <a:pt x="1447510" y="6683608"/>
                  <a:pt x="1493619" y="6667919"/>
                  <a:pt x="1515414" y="6625048"/>
                </a:cubicBezTo>
                <a:cubicBezTo>
                  <a:pt x="1479486" y="6626125"/>
                  <a:pt x="1456734" y="6607799"/>
                  <a:pt x="1453618" y="6667441"/>
                </a:cubicBezTo>
                <a:cubicBezTo>
                  <a:pt x="1438171" y="6660972"/>
                  <a:pt x="1422603" y="6630793"/>
                  <a:pt x="1396497" y="6673428"/>
                </a:cubicBezTo>
                <a:cubicBezTo>
                  <a:pt x="1390149" y="6668161"/>
                  <a:pt x="1412186" y="6617980"/>
                  <a:pt x="1431822" y="6594986"/>
                </a:cubicBezTo>
                <a:cubicBezTo>
                  <a:pt x="1422961" y="6582051"/>
                  <a:pt x="1414341" y="6585047"/>
                  <a:pt x="1405716" y="6579780"/>
                </a:cubicBezTo>
                <a:cubicBezTo>
                  <a:pt x="1392183" y="6591753"/>
                  <a:pt x="1379732" y="6603731"/>
                  <a:pt x="1390507" y="6616424"/>
                </a:cubicBezTo>
                <a:lnTo>
                  <a:pt x="1382990" y="6620316"/>
                </a:lnTo>
                <a:lnTo>
                  <a:pt x="1384563" y="6625156"/>
                </a:lnTo>
                <a:cubicBezTo>
                  <a:pt x="1378831" y="6627716"/>
                  <a:pt x="1370689" y="6630319"/>
                  <a:pt x="1373025" y="6634392"/>
                </a:cubicBezTo>
                <a:lnTo>
                  <a:pt x="1366461" y="6628867"/>
                </a:lnTo>
                <a:lnTo>
                  <a:pt x="1349312" y="6637741"/>
                </a:lnTo>
                <a:cubicBezTo>
                  <a:pt x="1339731" y="6632711"/>
                  <a:pt x="1338114" y="6627531"/>
                  <a:pt x="1337037" y="6622337"/>
                </a:cubicBezTo>
                <a:lnTo>
                  <a:pt x="1332059" y="6613807"/>
                </a:lnTo>
                <a:lnTo>
                  <a:pt x="1318556" y="6599386"/>
                </a:lnTo>
                <a:lnTo>
                  <a:pt x="1310810" y="6635120"/>
                </a:lnTo>
                <a:lnTo>
                  <a:pt x="1311845" y="6640508"/>
                </a:lnTo>
                <a:lnTo>
                  <a:pt x="1322965" y="6652947"/>
                </a:lnTo>
                <a:lnTo>
                  <a:pt x="1321327" y="6653800"/>
                </a:lnTo>
                <a:lnTo>
                  <a:pt x="1325417" y="6655770"/>
                </a:lnTo>
                <a:lnTo>
                  <a:pt x="1335541" y="6643012"/>
                </a:lnTo>
                <a:lnTo>
                  <a:pt x="1335778" y="6643012"/>
                </a:lnTo>
                <a:cubicBezTo>
                  <a:pt x="1346079" y="6640374"/>
                  <a:pt x="1340420" y="6646184"/>
                  <a:pt x="1334748" y="6653265"/>
                </a:cubicBezTo>
                <a:lnTo>
                  <a:pt x="1334321" y="6660054"/>
                </a:lnTo>
                <a:lnTo>
                  <a:pt x="1338683" y="6662157"/>
                </a:lnTo>
                <a:cubicBezTo>
                  <a:pt x="1342368" y="6665316"/>
                  <a:pt x="1344523" y="6668398"/>
                  <a:pt x="1350389" y="6671751"/>
                </a:cubicBezTo>
                <a:cubicBezTo>
                  <a:pt x="1331830" y="6669355"/>
                  <a:pt x="1344760" y="6672949"/>
                  <a:pt x="1334464" y="6674027"/>
                </a:cubicBezTo>
                <a:lnTo>
                  <a:pt x="1321318" y="6667993"/>
                </a:lnTo>
                <a:lnTo>
                  <a:pt x="1325581" y="6664584"/>
                </a:lnTo>
                <a:lnTo>
                  <a:pt x="1321245" y="6661036"/>
                </a:lnTo>
                <a:lnTo>
                  <a:pt x="1323516" y="6658166"/>
                </a:lnTo>
                <a:lnTo>
                  <a:pt x="1320038" y="6654472"/>
                </a:lnTo>
                <a:lnTo>
                  <a:pt x="1315034" y="6657076"/>
                </a:lnTo>
                <a:lnTo>
                  <a:pt x="1316728" y="6665889"/>
                </a:lnTo>
                <a:lnTo>
                  <a:pt x="1321318" y="6667993"/>
                </a:lnTo>
                <a:lnTo>
                  <a:pt x="1320810" y="6668398"/>
                </a:lnTo>
                <a:lnTo>
                  <a:pt x="1321051" y="6667919"/>
                </a:lnTo>
                <a:lnTo>
                  <a:pt x="1316732" y="6665911"/>
                </a:lnTo>
                <a:lnTo>
                  <a:pt x="1321120" y="6688728"/>
                </a:lnTo>
                <a:lnTo>
                  <a:pt x="1322848" y="6683728"/>
                </a:lnTo>
                <a:cubicBezTo>
                  <a:pt x="1328667" y="6688573"/>
                  <a:pt x="1335382" y="6692236"/>
                  <a:pt x="1342605" y="6694503"/>
                </a:cubicBezTo>
                <a:cubicBezTo>
                  <a:pt x="1317577" y="6692948"/>
                  <a:pt x="1338174" y="6701331"/>
                  <a:pt x="1332309" y="6703606"/>
                </a:cubicBezTo>
                <a:lnTo>
                  <a:pt x="1323413" y="6700650"/>
                </a:lnTo>
                <a:lnTo>
                  <a:pt x="1324283" y="6705166"/>
                </a:lnTo>
                <a:cubicBezTo>
                  <a:pt x="1333865" y="6709179"/>
                  <a:pt x="1325568" y="6710795"/>
                  <a:pt x="1316961" y="6713592"/>
                </a:cubicBezTo>
                <a:lnTo>
                  <a:pt x="1315672" y="6715769"/>
                </a:lnTo>
                <a:lnTo>
                  <a:pt x="1319853" y="6720014"/>
                </a:lnTo>
                <a:lnTo>
                  <a:pt x="1314784" y="6717265"/>
                </a:lnTo>
                <a:lnTo>
                  <a:pt x="1307755" y="6729117"/>
                </a:lnTo>
                <a:cubicBezTo>
                  <a:pt x="1313625" y="6740133"/>
                  <a:pt x="1324163" y="6730794"/>
                  <a:pt x="1336619" y="6737621"/>
                </a:cubicBezTo>
                <a:cubicBezTo>
                  <a:pt x="1320211" y="6742530"/>
                  <a:pt x="1345838" y="6762287"/>
                  <a:pt x="1312664" y="6764084"/>
                </a:cubicBezTo>
                <a:cubicBezTo>
                  <a:pt x="1341286" y="6772588"/>
                  <a:pt x="1307634" y="6802288"/>
                  <a:pt x="1338653" y="6809951"/>
                </a:cubicBezTo>
                <a:cubicBezTo>
                  <a:pt x="1296859" y="6813666"/>
                  <a:pt x="1334464" y="6845879"/>
                  <a:pt x="1298294" y="6857137"/>
                </a:cubicBezTo>
                <a:cubicBezTo>
                  <a:pt x="1293963" y="6846064"/>
                  <a:pt x="1292359" y="6834113"/>
                  <a:pt x="1293627" y="6822286"/>
                </a:cubicBezTo>
                <a:lnTo>
                  <a:pt x="1281994" y="6853439"/>
                </a:lnTo>
                <a:lnTo>
                  <a:pt x="1293627" y="6845039"/>
                </a:lnTo>
                <a:lnTo>
                  <a:pt x="1293385" y="6845517"/>
                </a:lnTo>
                <a:cubicBezTo>
                  <a:pt x="1300454" y="6845220"/>
                  <a:pt x="1295631" y="6852077"/>
                  <a:pt x="1289062" y="6857270"/>
                </a:cubicBezTo>
                <a:lnTo>
                  <a:pt x="1282964" y="6858000"/>
                </a:lnTo>
                <a:lnTo>
                  <a:pt x="55887" y="6858000"/>
                </a:lnTo>
                <a:lnTo>
                  <a:pt x="47218" y="6858000"/>
                </a:lnTo>
                <a:lnTo>
                  <a:pt x="23553" y="6858000"/>
                </a:lnTo>
                <a:lnTo>
                  <a:pt x="10546" y="6858000"/>
                </a:lnTo>
                <a:lnTo>
                  <a:pt x="0" y="6858000"/>
                </a:lnTo>
                <a:lnTo>
                  <a:pt x="0" y="6609997"/>
                </a:lnTo>
                <a:lnTo>
                  <a:pt x="1" y="6609995"/>
                </a:lnTo>
                <a:lnTo>
                  <a:pt x="1" y="6337767"/>
                </a:lnTo>
                <a:lnTo>
                  <a:pt x="0" y="6337766"/>
                </a:lnTo>
                <a:lnTo>
                  <a:pt x="0" y="6286237"/>
                </a:lnTo>
                <a:lnTo>
                  <a:pt x="1" y="6286238"/>
                </a:lnTo>
                <a:lnTo>
                  <a:pt x="1" y="5006266"/>
                </a:lnTo>
                <a:lnTo>
                  <a:pt x="0" y="5006266"/>
                </a:lnTo>
                <a:lnTo>
                  <a:pt x="0" y="4991191"/>
                </a:lnTo>
                <a:lnTo>
                  <a:pt x="1" y="4991197"/>
                </a:lnTo>
                <a:lnTo>
                  <a:pt x="1" y="3417327"/>
                </a:lnTo>
                <a:lnTo>
                  <a:pt x="0" y="3417326"/>
                </a:lnTo>
                <a:lnTo>
                  <a:pt x="0" y="3386587"/>
                </a:lnTo>
                <a:lnTo>
                  <a:pt x="1" y="3386587"/>
                </a:lnTo>
                <a:close/>
              </a:path>
            </a:pathLst>
          </a:custGeom>
          <a:blipFill dpi="0" rotWithShape="0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E469F9AB-A08B-CF2F-CD1C-DA14B0DCF0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690A0AE-FA1A-951B-4EB1-A8CFA8A6B66F}"/>
              </a:ext>
            </a:extLst>
          </p:cNvPr>
          <p:cNvSpPr txBox="1"/>
          <p:nvPr/>
        </p:nvSpPr>
        <p:spPr>
          <a:xfrm>
            <a:off x="836554" y="1347614"/>
            <a:ext cx="4239501" cy="221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a = 65472;</a:t>
            </a:r>
            <a:r>
              <a:rPr lang="zh-CN" altLang="en-US" sz="1400" dirty="0">
                <a:latin typeface="+mj-ea"/>
                <a:ea typeface="+mj-ea"/>
              </a:rPr>
              <a:t> 则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*(short*)(&amp;a)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char c[5] = {'A','B','C'};</a:t>
            </a:r>
            <a:r>
              <a:rPr lang="zh-CN" altLang="en-US" sz="1400" dirty="0">
                <a:latin typeface="+mj-ea"/>
                <a:ea typeface="+mj-ea"/>
              </a:rPr>
              <a:t> 则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c &lt;&lt; " " &lt;&lt; *(int*)c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3A5D2E-2E5F-B5E7-D981-E6302621B6B1}"/>
              </a:ext>
            </a:extLst>
          </p:cNvPr>
          <p:cNvSpPr/>
          <p:nvPr/>
        </p:nvSpPr>
        <p:spPr>
          <a:xfrm>
            <a:off x="5496632" y="364864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0101 0000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59824F-27CB-561B-7960-BB81359EDF6B}"/>
              </a:ext>
            </a:extLst>
          </p:cNvPr>
          <p:cNvSpPr/>
          <p:nvPr/>
        </p:nvSpPr>
        <p:spPr>
          <a:xfrm>
            <a:off x="4843733" y="364864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2000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72A174-F4C8-B141-D0E4-E7706F2FC262}"/>
              </a:ext>
            </a:extLst>
          </p:cNvPr>
          <p:cNvSpPr/>
          <p:nvPr/>
        </p:nvSpPr>
        <p:spPr>
          <a:xfrm>
            <a:off x="5496632" y="400868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1111 1111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0BF1C3-FCFC-108A-8B3D-FE4BE2ACFF50}"/>
              </a:ext>
            </a:extLst>
          </p:cNvPr>
          <p:cNvSpPr/>
          <p:nvPr/>
        </p:nvSpPr>
        <p:spPr>
          <a:xfrm>
            <a:off x="4843733" y="400868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2001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AD6769-F55E-6430-1DD5-F0163031AAD6}"/>
              </a:ext>
            </a:extLst>
          </p:cNvPr>
          <p:cNvSpPr/>
          <p:nvPr/>
        </p:nvSpPr>
        <p:spPr>
          <a:xfrm>
            <a:off x="5496632" y="436872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29FF8-7B88-95DD-6BF0-69945742095C}"/>
              </a:ext>
            </a:extLst>
          </p:cNvPr>
          <p:cNvSpPr/>
          <p:nvPr/>
        </p:nvSpPr>
        <p:spPr>
          <a:xfrm>
            <a:off x="4843733" y="436872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2002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F12675-639E-157C-E204-687BDCE2F212}"/>
              </a:ext>
            </a:extLst>
          </p:cNvPr>
          <p:cNvSpPr/>
          <p:nvPr/>
        </p:nvSpPr>
        <p:spPr>
          <a:xfrm>
            <a:off x="5496632" y="472876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E45A6-45D3-C1BA-DF06-E8C41B16E283}"/>
              </a:ext>
            </a:extLst>
          </p:cNvPr>
          <p:cNvSpPr/>
          <p:nvPr/>
        </p:nvSpPr>
        <p:spPr>
          <a:xfrm>
            <a:off x="4843733" y="472876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2003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E6035D-BC42-4909-193B-05A40CB178BC}"/>
              </a:ext>
            </a:extLst>
          </p:cNvPr>
          <p:cNvSpPr/>
          <p:nvPr/>
        </p:nvSpPr>
        <p:spPr>
          <a:xfrm>
            <a:off x="7609772" y="364864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0100 0000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C0F9D5-1C86-50A4-4994-A12FA71FA653}"/>
              </a:ext>
            </a:extLst>
          </p:cNvPr>
          <p:cNvSpPr/>
          <p:nvPr/>
        </p:nvSpPr>
        <p:spPr>
          <a:xfrm>
            <a:off x="6956873" y="364864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2000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0CC7E3-7418-7059-238B-9317A6B4D60E}"/>
              </a:ext>
            </a:extLst>
          </p:cNvPr>
          <p:cNvSpPr/>
          <p:nvPr/>
        </p:nvSpPr>
        <p:spPr>
          <a:xfrm>
            <a:off x="7609772" y="400868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04B461-CAED-38FF-0DA1-E8D0A9F2C846}"/>
              </a:ext>
            </a:extLst>
          </p:cNvPr>
          <p:cNvSpPr/>
          <p:nvPr/>
        </p:nvSpPr>
        <p:spPr>
          <a:xfrm>
            <a:off x="6956873" y="400868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2001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47AF14-3BD1-5335-57B4-0537D7CE35CD}"/>
              </a:ext>
            </a:extLst>
          </p:cNvPr>
          <p:cNvSpPr/>
          <p:nvPr/>
        </p:nvSpPr>
        <p:spPr>
          <a:xfrm>
            <a:off x="7609772" y="436872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0001 0000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672229-BA3E-A403-7975-4EE121518F7D}"/>
              </a:ext>
            </a:extLst>
          </p:cNvPr>
          <p:cNvSpPr/>
          <p:nvPr/>
        </p:nvSpPr>
        <p:spPr>
          <a:xfrm>
            <a:off x="6956873" y="436872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2002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635D03-E77B-198F-46B0-772F2BDD06D9}"/>
              </a:ext>
            </a:extLst>
          </p:cNvPr>
          <p:cNvSpPr/>
          <p:nvPr/>
        </p:nvSpPr>
        <p:spPr>
          <a:xfrm>
            <a:off x="7609772" y="4728761"/>
            <a:ext cx="12839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1100 0000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D0F68F-16EE-A102-FD39-50664BE886EE}"/>
              </a:ext>
            </a:extLst>
          </p:cNvPr>
          <p:cNvSpPr/>
          <p:nvPr/>
        </p:nvSpPr>
        <p:spPr>
          <a:xfrm>
            <a:off x="6956873" y="4728761"/>
            <a:ext cx="652899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2003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821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90F9-CC4D-C4A7-520A-6C57768F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>
            <a:extLst>
              <a:ext uri="{FF2B5EF4-FFF2-40B4-BE49-F238E27FC236}">
                <a16:creationId xmlns:a16="http://schemas.microsoft.com/office/drawing/2014/main" id="{4A726382-6168-9F3A-AAF5-FCF5416B17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4025" y="452438"/>
            <a:ext cx="8232775" cy="4699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fontAlgn="base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zh-CN" sz="2700" strike="noStrike" noProof="1">
                <a:latin typeface="方正清刻本悦宋简体" panose="02000000000000000000" charset="-122"/>
                <a:ea typeface="方正清刻本悦宋简体" panose="02000000000000000000" charset="-122"/>
                <a:cs typeface="Segoe UI" panose="020B0502040204020203" pitchFamily="34" charset="0"/>
                <a:sym typeface="+mn-ea"/>
              </a:rPr>
              <a:t>03. </a:t>
            </a:r>
            <a:r>
              <a:rPr lang="zh-CN" altLang="en-US" sz="2700" noProof="1">
                <a:latin typeface="方正清刻本悦宋简体" panose="02000000000000000000" charset="-122"/>
                <a:ea typeface="方正清刻本悦宋简体" panose="02000000000000000000" charset="-122"/>
                <a:sym typeface="+mn-ea"/>
              </a:rPr>
              <a:t>例题</a:t>
            </a:r>
            <a:endParaRPr lang="zh-CN" altLang="en-US" sz="2700" b="1" strike="noStrike" spc="300" noProof="1">
              <a:ln w="3175">
                <a:noFill/>
                <a:prstDash val="dash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方正清刻本悦宋简体" panose="02000000000000000000" charset="-122"/>
              <a:ea typeface="方正清刻本悦宋简体" panose="02000000000000000000" charset="-122"/>
              <a:cs typeface="Segoe UI" panose="020B0502040204020203" pitchFamily="34" charset="0"/>
              <a:sym typeface="+mn-ea"/>
            </a:endParaRPr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C879FC1B-AF38-CE77-3F3E-6FB8B6C4A2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192EB9-5502-4690-891A-964501D8FDD5}"/>
              </a:ext>
            </a:extLst>
          </p:cNvPr>
          <p:cNvSpPr txBox="1"/>
          <p:nvPr/>
        </p:nvSpPr>
        <p:spPr>
          <a:xfrm>
            <a:off x="836554" y="1347614"/>
            <a:ext cx="7767894" cy="356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a = 65472;</a:t>
            </a:r>
            <a:r>
              <a:rPr lang="zh-CN" altLang="en-US" sz="1400" dirty="0">
                <a:latin typeface="+mj-ea"/>
                <a:ea typeface="+mj-ea"/>
              </a:rPr>
              <a:t> 则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*(short*)((char*)&amp;a + 1)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*((short*)&amp;a + 2)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char c1[4] = {'A','B','C','D'};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char c2[4] = {'A','B','C'};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char c3[4] = {'\0','A','B','C'};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则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hex &lt;&lt; *(int*)c1 &lt;&lt; " " &lt;&lt; *(int*)c2 &lt;&lt; " " &lt;&lt; *(int*)c3 </a:t>
            </a:r>
            <a:r>
              <a:rPr lang="zh-CN" altLang="en-US" sz="1400" dirty="0">
                <a:latin typeface="+mj-ea"/>
                <a:ea typeface="+mj-ea"/>
              </a:rPr>
              <a:t>的结果是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4624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4F85-D728-7E00-2F8A-9026795F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>
            <a:extLst>
              <a:ext uri="{FF2B5EF4-FFF2-40B4-BE49-F238E27FC236}">
                <a16:creationId xmlns:a16="http://schemas.microsoft.com/office/drawing/2014/main" id="{79A7C123-8915-6FAB-228A-122712B82F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4025" y="452438"/>
            <a:ext cx="8232775" cy="4699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fontAlgn="base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zh-CN" sz="2700" strike="noStrike" noProof="1">
                <a:latin typeface="方正清刻本悦宋简体" panose="02000000000000000000" charset="-122"/>
                <a:ea typeface="方正清刻本悦宋简体" panose="02000000000000000000" charset="-122"/>
                <a:cs typeface="Segoe UI" panose="020B0502040204020203" pitchFamily="34" charset="0"/>
                <a:sym typeface="+mn-ea"/>
              </a:rPr>
              <a:t>03. </a:t>
            </a:r>
            <a:r>
              <a:rPr lang="zh-CN" altLang="en-US" sz="2700" noProof="1">
                <a:latin typeface="方正清刻本悦宋简体" panose="02000000000000000000" charset="-122"/>
                <a:ea typeface="方正清刻本悦宋简体" panose="02000000000000000000" charset="-122"/>
                <a:sym typeface="+mn-ea"/>
              </a:rPr>
              <a:t>例题</a:t>
            </a:r>
            <a:endParaRPr lang="zh-CN" altLang="en-US" sz="2700" b="1" strike="noStrike" spc="300" noProof="1">
              <a:ln w="3175">
                <a:noFill/>
                <a:prstDash val="dash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方正清刻本悦宋简体" panose="02000000000000000000" charset="-122"/>
              <a:ea typeface="方正清刻本悦宋简体" panose="02000000000000000000" charset="-122"/>
              <a:cs typeface="Segoe UI" panose="020B0502040204020203" pitchFamily="34" charset="0"/>
              <a:sym typeface="+mn-ea"/>
            </a:endParaRPr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309EA423-D985-14F7-50E9-AF1A9ED2D9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A199E26-E0D8-A0A2-C056-C84F784029A2}"/>
              </a:ext>
            </a:extLst>
          </p:cNvPr>
          <p:cNvSpPr txBox="1"/>
          <p:nvPr/>
        </p:nvSpPr>
        <p:spPr>
          <a:xfrm>
            <a:off x="836554" y="1347614"/>
            <a:ext cx="4239501" cy="236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r>
              <a:rPr lang="en-US" altLang="zh-CN" sz="1400" dirty="0">
                <a:latin typeface="+mj-ea"/>
                <a:ea typeface="+mj-ea"/>
              </a:rPr>
              <a:t>int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a1 = 0x616263, a2 = 0x61626364; </a:t>
            </a:r>
            <a:r>
              <a:rPr lang="zh-CN" altLang="en-US" sz="1400" dirty="0">
                <a:latin typeface="+mj-ea"/>
                <a:ea typeface="+mj-ea"/>
              </a:rPr>
              <a:t>则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*(char*)&amp;a1 </a:t>
            </a:r>
            <a:r>
              <a:rPr lang="zh-CN" altLang="en-US" sz="1400" dirty="0">
                <a:latin typeface="+mj-ea"/>
                <a:ea typeface="+mj-ea"/>
              </a:rPr>
              <a:t>的结果为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*((char*)&amp;a1 + 1) </a:t>
            </a:r>
            <a:r>
              <a:rPr lang="zh-CN" altLang="en-US" sz="1400" dirty="0">
                <a:latin typeface="+mj-ea"/>
                <a:ea typeface="+mj-ea"/>
              </a:rPr>
              <a:t>的结果为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(char*)&amp;a1 </a:t>
            </a:r>
            <a:r>
              <a:rPr lang="zh-CN" altLang="en-US" sz="1400" dirty="0">
                <a:latin typeface="+mj-ea"/>
                <a:ea typeface="+mj-ea"/>
              </a:rPr>
              <a:t>的结果为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；</a:t>
            </a:r>
            <a:endParaRPr lang="en-US" altLang="zh-CN" sz="14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(char*)&amp;a2 </a:t>
            </a:r>
            <a:r>
              <a:rPr lang="zh-CN" altLang="en-US" sz="1400" dirty="0">
                <a:latin typeface="+mj-ea"/>
                <a:ea typeface="+mj-ea"/>
              </a:rPr>
              <a:t>的结果为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95664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077C-E073-F558-AB54-8FB9E4942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>
            <a:extLst>
              <a:ext uri="{FF2B5EF4-FFF2-40B4-BE49-F238E27FC236}">
                <a16:creationId xmlns:a16="http://schemas.microsoft.com/office/drawing/2014/main" id="{44A52F5F-0AD4-4587-3F6C-CF3F3017DC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4025" y="452438"/>
            <a:ext cx="8232775" cy="4699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fontAlgn="base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zh-CN" sz="2700" strike="noStrike" noProof="1">
                <a:latin typeface="方正清刻本悦宋简体" panose="02000000000000000000" charset="-122"/>
                <a:ea typeface="方正清刻本悦宋简体" panose="02000000000000000000" charset="-122"/>
                <a:cs typeface="Segoe UI" panose="020B0502040204020203" pitchFamily="34" charset="0"/>
                <a:sym typeface="+mn-ea"/>
              </a:rPr>
              <a:t>03. </a:t>
            </a:r>
            <a:r>
              <a:rPr lang="zh-CN" altLang="en-US" sz="2700" noProof="1">
                <a:latin typeface="方正清刻本悦宋简体" panose="02000000000000000000" charset="-122"/>
                <a:ea typeface="方正清刻本悦宋简体" panose="02000000000000000000" charset="-122"/>
                <a:sym typeface="+mn-ea"/>
              </a:rPr>
              <a:t>例题</a:t>
            </a:r>
            <a:endParaRPr lang="zh-CN" altLang="en-US" sz="2700" b="1" strike="noStrike" spc="300" noProof="1">
              <a:ln w="3175">
                <a:noFill/>
                <a:prstDash val="dash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方正清刻本悦宋简体" panose="02000000000000000000" charset="-122"/>
              <a:ea typeface="方正清刻本悦宋简体" panose="02000000000000000000" charset="-122"/>
              <a:cs typeface="Segoe UI" panose="020B0502040204020203" pitchFamily="34" charset="0"/>
              <a:sym typeface="+mn-ea"/>
            </a:endParaRPr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2CE35B47-BEA9-6722-553F-5200EBAC85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56ED2E0-8EA3-0D69-ED9A-447D62338B93}"/>
              </a:ext>
            </a:extLst>
          </p:cNvPr>
          <p:cNvSpPr txBox="1"/>
          <p:nvPr/>
        </p:nvSpPr>
        <p:spPr>
          <a:xfrm>
            <a:off x="836554" y="1347614"/>
            <a:ext cx="6399742" cy="3165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int </a:t>
            </a:r>
            <a:r>
              <a:rPr lang="en-US" altLang="zh-CN" sz="1400" dirty="0" err="1">
                <a:latin typeface="+mj-ea"/>
                <a:ea typeface="+mj-ea"/>
              </a:rPr>
              <a:t>arr</a:t>
            </a:r>
            <a:r>
              <a:rPr lang="en-US" altLang="zh-CN" sz="1400" dirty="0">
                <a:latin typeface="+mj-ea"/>
                <a:ea typeface="+mj-ea"/>
              </a:rPr>
              <a:t>[4] = {0x11111111, 0x22222222, 0x33333333, 0x44444444};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char *p = (char *)</a:t>
            </a:r>
            <a:r>
              <a:rPr lang="en-US" altLang="zh-CN" sz="1400" dirty="0" err="1">
                <a:latin typeface="+mj-ea"/>
                <a:ea typeface="+mj-ea"/>
              </a:rPr>
              <a:t>arr</a:t>
            </a:r>
            <a:r>
              <a:rPr lang="en-US" altLang="zh-CN" sz="1400" dirty="0">
                <a:latin typeface="+mj-ea"/>
                <a:ea typeface="+mj-ea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p += 5;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int *q = (int *)p;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hex &lt;&lt; *q &lt;&lt; </a:t>
            </a:r>
            <a:r>
              <a:rPr lang="en-US" altLang="zh-CN" sz="1400" dirty="0" err="1">
                <a:latin typeface="+mj-ea"/>
                <a:ea typeface="+mj-ea"/>
              </a:rPr>
              <a:t>endl</a:t>
            </a:r>
            <a:r>
              <a:rPr lang="en-US" altLang="zh-CN" sz="1400" dirty="0">
                <a:latin typeface="+mj-ea"/>
                <a:ea typeface="+mj-ea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输出是什么？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396758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66B4-FC2F-C2B4-02AD-4568D76B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>
            <a:extLst>
              <a:ext uri="{FF2B5EF4-FFF2-40B4-BE49-F238E27FC236}">
                <a16:creationId xmlns:a16="http://schemas.microsoft.com/office/drawing/2014/main" id="{710DA9EF-7180-311D-C70C-5D86E6F47A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4025" y="452438"/>
            <a:ext cx="8232775" cy="4699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54000" tIns="27000" rIns="54000" bIns="27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fontAlgn="base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zh-CN" sz="2700" strike="noStrike" noProof="1">
                <a:latin typeface="方正清刻本悦宋简体" panose="02000000000000000000" charset="-122"/>
                <a:ea typeface="方正清刻本悦宋简体" panose="02000000000000000000" charset="-122"/>
                <a:cs typeface="Segoe UI" panose="020B0502040204020203" pitchFamily="34" charset="0"/>
                <a:sym typeface="+mn-ea"/>
              </a:rPr>
              <a:t>03. </a:t>
            </a:r>
            <a:r>
              <a:rPr lang="zh-CN" altLang="en-US" sz="2700" noProof="1">
                <a:latin typeface="方正清刻本悦宋简体" panose="02000000000000000000" charset="-122"/>
                <a:ea typeface="方正清刻本悦宋简体" panose="02000000000000000000" charset="-122"/>
                <a:sym typeface="+mn-ea"/>
              </a:rPr>
              <a:t>例题</a:t>
            </a:r>
            <a:endParaRPr lang="zh-CN" altLang="en-US" sz="2700" b="1" strike="noStrike" spc="300" noProof="1">
              <a:ln w="3175">
                <a:noFill/>
                <a:prstDash val="dash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方正清刻本悦宋简体" panose="02000000000000000000" charset="-122"/>
              <a:ea typeface="方正清刻本悦宋简体" panose="02000000000000000000" charset="-122"/>
              <a:cs typeface="Segoe UI" panose="020B0502040204020203" pitchFamily="34" charset="0"/>
              <a:sym typeface="+mn-ea"/>
            </a:endParaRPr>
          </a:p>
        </p:txBody>
      </p:sp>
      <p:pic>
        <p:nvPicPr>
          <p:cNvPr id="2" name="图片 1" descr="2024-09-30 12:24:41.484000">
            <a:extLst>
              <a:ext uri="{FF2B5EF4-FFF2-40B4-BE49-F238E27FC236}">
                <a16:creationId xmlns:a16="http://schemas.microsoft.com/office/drawing/2014/main" id="{0F962372-DBC8-EC48-0A34-CF2884F51E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DE3D567-6EBC-FF37-B421-6C7B759B3300}"/>
              </a:ext>
            </a:extLst>
          </p:cNvPr>
          <p:cNvSpPr txBox="1"/>
          <p:nvPr/>
        </p:nvSpPr>
        <p:spPr>
          <a:xfrm>
            <a:off x="836554" y="1347614"/>
            <a:ext cx="4239501" cy="3165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问：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int a = 0x11121314;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char *p = (char *)&amp;a;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for (int </a:t>
            </a:r>
            <a:r>
              <a:rPr lang="en-US" altLang="zh-CN" sz="1400" dirty="0" err="1">
                <a:latin typeface="+mj-ea"/>
                <a:ea typeface="+mj-ea"/>
              </a:rPr>
              <a:t>i</a:t>
            </a:r>
            <a:r>
              <a:rPr lang="en-US" altLang="zh-CN" sz="1400" dirty="0">
                <a:latin typeface="+mj-ea"/>
                <a:ea typeface="+mj-ea"/>
              </a:rPr>
              <a:t> = 0; </a:t>
            </a:r>
            <a:r>
              <a:rPr lang="en-US" altLang="zh-CN" sz="1400" dirty="0" err="1">
                <a:latin typeface="+mj-ea"/>
                <a:ea typeface="+mj-ea"/>
              </a:rPr>
              <a:t>i</a:t>
            </a:r>
            <a:r>
              <a:rPr lang="en-US" altLang="zh-CN" sz="1400" dirty="0">
                <a:latin typeface="+mj-ea"/>
                <a:ea typeface="+mj-ea"/>
              </a:rPr>
              <a:t> &lt; 4; </a:t>
            </a:r>
            <a:r>
              <a:rPr lang="en-US" altLang="zh-CN" sz="1400" dirty="0" err="1">
                <a:latin typeface="+mj-ea"/>
                <a:ea typeface="+mj-ea"/>
              </a:rPr>
              <a:t>i</a:t>
            </a:r>
            <a:r>
              <a:rPr lang="en-US" altLang="zh-CN" sz="1400" dirty="0">
                <a:latin typeface="+mj-ea"/>
                <a:ea typeface="+mj-ea"/>
              </a:rPr>
              <a:t>++)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    p[</a:t>
            </a:r>
            <a:r>
              <a:rPr lang="en-US" altLang="zh-CN" sz="1400" dirty="0" err="1">
                <a:latin typeface="+mj-ea"/>
                <a:ea typeface="+mj-ea"/>
              </a:rPr>
              <a:t>i</a:t>
            </a:r>
            <a:r>
              <a:rPr lang="en-US" altLang="zh-CN" sz="1400" dirty="0">
                <a:latin typeface="+mj-ea"/>
                <a:ea typeface="+mj-ea"/>
              </a:rPr>
              <a:t>] += </a:t>
            </a:r>
            <a:r>
              <a:rPr lang="en-US" altLang="zh-CN" sz="1400" dirty="0" err="1">
                <a:latin typeface="+mj-ea"/>
                <a:ea typeface="+mj-ea"/>
              </a:rPr>
              <a:t>i</a:t>
            </a:r>
            <a:r>
              <a:rPr lang="en-US" altLang="zh-CN" sz="1400" dirty="0">
                <a:latin typeface="+mj-ea"/>
                <a:ea typeface="+mj-ea"/>
              </a:rPr>
              <a:t> + 1;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latin typeface="+mj-ea"/>
                <a:ea typeface="+mj-ea"/>
              </a:rPr>
              <a:t>    </a:t>
            </a:r>
            <a:r>
              <a:rPr lang="en-US" altLang="zh-CN" sz="1400" dirty="0" err="1">
                <a:latin typeface="+mj-ea"/>
                <a:ea typeface="+mj-ea"/>
              </a:rPr>
              <a:t>cout</a:t>
            </a:r>
            <a:r>
              <a:rPr lang="en-US" altLang="zh-CN" sz="1400" dirty="0">
                <a:latin typeface="+mj-ea"/>
                <a:ea typeface="+mj-ea"/>
              </a:rPr>
              <a:t> &lt;&lt; hex &lt;&lt; a &lt;&lt; </a:t>
            </a:r>
            <a:r>
              <a:rPr lang="en-US" altLang="zh-CN" sz="1400" dirty="0" err="1">
                <a:latin typeface="+mj-ea"/>
                <a:ea typeface="+mj-ea"/>
              </a:rPr>
              <a:t>endl</a:t>
            </a:r>
            <a:r>
              <a:rPr lang="en-US" altLang="zh-CN" sz="1400" dirty="0">
                <a:latin typeface="+mj-ea"/>
                <a:ea typeface="+mj-ea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输出是什么？</a:t>
            </a:r>
            <a:r>
              <a:rPr lang="en-US" altLang="zh-CN" sz="1400" dirty="0">
                <a:latin typeface="+mj-ea"/>
                <a:ea typeface="+mj-ea"/>
              </a:rPr>
              <a:t>____</a:t>
            </a:r>
            <a:r>
              <a:rPr lang="zh-CN" altLang="en-US" sz="1400" dirty="0">
                <a:latin typeface="+mj-ea"/>
                <a:ea typeface="+mj-ea"/>
              </a:rPr>
              <a:t>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latin typeface="+mj-ea"/>
                <a:ea typeface="+mj-ea"/>
              </a:rPr>
              <a:t>答：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31449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899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-7620" y="-6350"/>
            <a:ext cx="4295775" cy="3853180"/>
            <a:chOff x="1632138" y="0"/>
            <a:chExt cx="5879089" cy="5143500"/>
          </a:xfrm>
        </p:grpSpPr>
        <p:sp>
          <p:nvSpPr>
            <p:cNvPr id="3" name="PA-任意多边形 15"/>
            <p:cNvSpPr/>
            <p:nvPr>
              <p:custDataLst>
                <p:tags r:id="rId2"/>
              </p:custDataLst>
            </p:nvPr>
          </p:nvSpPr>
          <p:spPr>
            <a:xfrm>
              <a:off x="2983262" y="0"/>
              <a:ext cx="1773408" cy="610606"/>
            </a:xfrm>
            <a:custGeom>
              <a:avLst/>
              <a:gdLst>
                <a:gd name="connsiteX0" fmla="*/ 0 w 1931125"/>
                <a:gd name="connsiteY0" fmla="*/ 0 h 664910"/>
                <a:gd name="connsiteX1" fmla="*/ 1931125 w 1931125"/>
                <a:gd name="connsiteY1" fmla="*/ 195 h 664910"/>
                <a:gd name="connsiteX2" fmla="*/ 1921816 w 1931125"/>
                <a:gd name="connsiteY2" fmla="*/ 62267 h 664910"/>
                <a:gd name="connsiteX3" fmla="*/ 1784987 w 1931125"/>
                <a:gd name="connsiteY3" fmla="*/ 347745 h 664910"/>
                <a:gd name="connsiteX4" fmla="*/ 1784987 w 1931125"/>
                <a:gd name="connsiteY4" fmla="*/ 347746 h 664910"/>
                <a:gd name="connsiteX5" fmla="*/ 668322 w 1931125"/>
                <a:gd name="connsiteY5" fmla="*/ 504065 h 66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31125" h="664910">
                  <a:moveTo>
                    <a:pt x="0" y="0"/>
                  </a:moveTo>
                  <a:lnTo>
                    <a:pt x="1931125" y="195"/>
                  </a:lnTo>
                  <a:lnTo>
                    <a:pt x="1921816" y="62267"/>
                  </a:lnTo>
                  <a:cubicBezTo>
                    <a:pt x="1896597" y="162711"/>
                    <a:pt x="1851266" y="259866"/>
                    <a:pt x="1784987" y="347745"/>
                  </a:cubicBezTo>
                  <a:lnTo>
                    <a:pt x="1784987" y="347746"/>
                  </a:lnTo>
                  <a:cubicBezTo>
                    <a:pt x="1519862" y="699259"/>
                    <a:pt x="1019913" y="769246"/>
                    <a:pt x="668322" y="504065"/>
                  </a:cubicBezTo>
                  <a:close/>
                </a:path>
              </a:pathLst>
            </a:custGeom>
            <a:blipFill dpi="0" rotWithShape="0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PA-任意多边形 20"/>
            <p:cNvSpPr/>
            <p:nvPr>
              <p:custDataLst>
                <p:tags r:id="rId3"/>
              </p:custDataLst>
            </p:nvPr>
          </p:nvSpPr>
          <p:spPr>
            <a:xfrm>
              <a:off x="1632138" y="224"/>
              <a:ext cx="3124276" cy="2583612"/>
            </a:xfrm>
            <a:custGeom>
              <a:avLst/>
              <a:gdLst>
                <a:gd name="connsiteX0" fmla="*/ 1256412 w 3402132"/>
                <a:gd name="connsiteY0" fmla="*/ 0 h 2813384"/>
                <a:gd name="connsiteX1" fmla="*/ 3084838 w 3402132"/>
                <a:gd name="connsiteY1" fmla="*/ 1379056 h 2813384"/>
                <a:gd name="connsiteX2" fmla="*/ 3241264 w 3402132"/>
                <a:gd name="connsiteY2" fmla="*/ 2496017 h 2813384"/>
                <a:gd name="connsiteX3" fmla="*/ 3241265 w 3402132"/>
                <a:gd name="connsiteY3" fmla="*/ 2496014 h 2813384"/>
                <a:gd name="connsiteX4" fmla="*/ 2124319 w 3402132"/>
                <a:gd name="connsiteY4" fmla="*/ 2652560 h 2813384"/>
                <a:gd name="connsiteX5" fmla="*/ 1498 w 3402132"/>
                <a:gd name="connsiteY5" fmla="*/ 1051460 h 2813384"/>
                <a:gd name="connsiteX6" fmla="*/ 0 w 3402132"/>
                <a:gd name="connsiteY6" fmla="*/ 1050095 h 2813384"/>
                <a:gd name="connsiteX7" fmla="*/ 53 w 3402132"/>
                <a:gd name="connsiteY7" fmla="*/ 63 h 28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2132" h="2813384">
                  <a:moveTo>
                    <a:pt x="1256412" y="0"/>
                  </a:moveTo>
                  <a:lnTo>
                    <a:pt x="3084838" y="1379056"/>
                  </a:lnTo>
                  <a:cubicBezTo>
                    <a:pt x="3436470" y="1644268"/>
                    <a:pt x="3506507" y="2144349"/>
                    <a:pt x="3241264" y="2496017"/>
                  </a:cubicBezTo>
                  <a:lnTo>
                    <a:pt x="3241265" y="2496014"/>
                  </a:lnTo>
                  <a:cubicBezTo>
                    <a:pt x="2976027" y="2847688"/>
                    <a:pt x="2475947" y="2917773"/>
                    <a:pt x="2124319" y="2652560"/>
                  </a:cubicBezTo>
                  <a:lnTo>
                    <a:pt x="1498" y="1051460"/>
                  </a:lnTo>
                  <a:lnTo>
                    <a:pt x="0" y="1050095"/>
                  </a:lnTo>
                  <a:lnTo>
                    <a:pt x="53" y="63"/>
                  </a:lnTo>
                  <a:close/>
                </a:path>
              </a:pathLst>
            </a:custGeom>
            <a:blipFill dpi="0" rotWithShape="0"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PA-任意多边形 21"/>
            <p:cNvSpPr/>
            <p:nvPr>
              <p:custDataLst>
                <p:tags r:id="rId4"/>
              </p:custDataLst>
            </p:nvPr>
          </p:nvSpPr>
          <p:spPr>
            <a:xfrm>
              <a:off x="1655549" y="1133366"/>
              <a:ext cx="1053168" cy="1891364"/>
            </a:xfrm>
            <a:custGeom>
              <a:avLst/>
              <a:gdLst>
                <a:gd name="connsiteX0" fmla="*/ 0 w 1146831"/>
                <a:gd name="connsiteY0" fmla="*/ 0 h 2059572"/>
                <a:gd name="connsiteX1" fmla="*/ 829513 w 1146831"/>
                <a:gd name="connsiteY1" fmla="*/ 625645 h 2059572"/>
                <a:gd name="connsiteX2" fmla="*/ 986051 w 1146831"/>
                <a:gd name="connsiteY2" fmla="*/ 1742359 h 2059572"/>
                <a:gd name="connsiteX3" fmla="*/ 986050 w 1146831"/>
                <a:gd name="connsiteY3" fmla="*/ 1742360 h 2059572"/>
                <a:gd name="connsiteX4" fmla="*/ 7368 w 1146831"/>
                <a:gd name="connsiteY4" fmla="*/ 1982567 h 2059572"/>
                <a:gd name="connsiteX5" fmla="*/ 144 w 1146831"/>
                <a:gd name="connsiteY5" fmla="*/ 1978181 h 205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6831" h="2059572">
                  <a:moveTo>
                    <a:pt x="0" y="0"/>
                  </a:moveTo>
                  <a:lnTo>
                    <a:pt x="829513" y="625645"/>
                  </a:lnTo>
                  <a:cubicBezTo>
                    <a:pt x="1181119" y="890837"/>
                    <a:pt x="1251203" y="1390807"/>
                    <a:pt x="986051" y="1742359"/>
                  </a:cubicBezTo>
                  <a:lnTo>
                    <a:pt x="986050" y="1742360"/>
                  </a:lnTo>
                  <a:cubicBezTo>
                    <a:pt x="754041" y="2049971"/>
                    <a:pt x="342243" y="2142019"/>
                    <a:pt x="7368" y="1982567"/>
                  </a:cubicBezTo>
                  <a:lnTo>
                    <a:pt x="144" y="1978181"/>
                  </a:lnTo>
                  <a:close/>
                </a:path>
              </a:pathLst>
            </a:custGeom>
            <a:blipFill dpi="0" rotWithShape="0"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PA-圆角矩形 10"/>
            <p:cNvSpPr/>
            <p:nvPr>
              <p:custDataLst>
                <p:tags r:id="rId5"/>
              </p:custDataLst>
            </p:nvPr>
          </p:nvSpPr>
          <p:spPr>
            <a:xfrm>
              <a:off x="4522043" y="126408"/>
              <a:ext cx="2989184" cy="2614570"/>
            </a:xfrm>
            <a:custGeom>
              <a:avLst/>
              <a:gdLst>
                <a:gd name="connsiteX0" fmla="*/ 839832 w 3255026"/>
                <a:gd name="connsiteY0" fmla="*/ 1083 h 2847096"/>
                <a:gd name="connsiteX1" fmla="*/ 1277862 w 3255026"/>
                <a:gd name="connsiteY1" fmla="*/ 160853 h 2847096"/>
                <a:gd name="connsiteX2" fmla="*/ 2937680 w 3255026"/>
                <a:gd name="connsiteY2" fmla="*/ 1412740 h 2847096"/>
                <a:gd name="connsiteX3" fmla="*/ 3094173 w 3255026"/>
                <a:gd name="connsiteY3" fmla="*/ 2529751 h 2847096"/>
                <a:gd name="connsiteX4" fmla="*/ 1977160 w 3255026"/>
                <a:gd name="connsiteY4" fmla="*/ 2686243 h 2847096"/>
                <a:gd name="connsiteX5" fmla="*/ 317348 w 3255026"/>
                <a:gd name="connsiteY5" fmla="*/ 1434359 h 2847096"/>
                <a:gd name="connsiteX6" fmla="*/ 160854 w 3255026"/>
                <a:gd name="connsiteY6" fmla="*/ 317350 h 2847096"/>
                <a:gd name="connsiteX7" fmla="*/ 839832 w 3255026"/>
                <a:gd name="connsiteY7" fmla="*/ 1083 h 2847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6" h="2847096">
                  <a:moveTo>
                    <a:pt x="839832" y="1083"/>
                  </a:moveTo>
                  <a:cubicBezTo>
                    <a:pt x="993242" y="9077"/>
                    <a:pt x="1145989" y="61392"/>
                    <a:pt x="1277862" y="160853"/>
                  </a:cubicBezTo>
                  <a:lnTo>
                    <a:pt x="2937680" y="1412740"/>
                  </a:lnTo>
                  <a:cubicBezTo>
                    <a:pt x="3289349" y="1677978"/>
                    <a:pt x="3359412" y="2178082"/>
                    <a:pt x="3094173" y="2529751"/>
                  </a:cubicBezTo>
                  <a:cubicBezTo>
                    <a:pt x="2828930" y="2881419"/>
                    <a:pt x="2328827" y="2951484"/>
                    <a:pt x="1977160" y="2686243"/>
                  </a:cubicBezTo>
                  <a:lnTo>
                    <a:pt x="317348" y="1434359"/>
                  </a:lnTo>
                  <a:cubicBezTo>
                    <a:pt x="-34321" y="1169119"/>
                    <a:pt x="-104386" y="669016"/>
                    <a:pt x="160854" y="317350"/>
                  </a:cubicBezTo>
                  <a:cubicBezTo>
                    <a:pt x="326628" y="97556"/>
                    <a:pt x="584145" y="-12234"/>
                    <a:pt x="839832" y="1083"/>
                  </a:cubicBezTo>
                  <a:close/>
                </a:path>
              </a:pathLst>
            </a:custGeom>
            <a:blipFill dpi="0" rotWithShape="0"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PA-圆角矩形 11"/>
            <p:cNvSpPr/>
            <p:nvPr>
              <p:custDataLst>
                <p:tags r:id="rId6"/>
              </p:custDataLst>
            </p:nvPr>
          </p:nvSpPr>
          <p:spPr>
            <a:xfrm>
              <a:off x="4470723" y="2047267"/>
              <a:ext cx="2989183" cy="2614569"/>
            </a:xfrm>
            <a:custGeom>
              <a:avLst/>
              <a:gdLst>
                <a:gd name="connsiteX0" fmla="*/ 839829 w 3255025"/>
                <a:gd name="connsiteY0" fmla="*/ 1083 h 2847095"/>
                <a:gd name="connsiteX1" fmla="*/ 1277864 w 3255025"/>
                <a:gd name="connsiteY1" fmla="*/ 160851 h 2847095"/>
                <a:gd name="connsiteX2" fmla="*/ 2937677 w 3255025"/>
                <a:gd name="connsiteY2" fmla="*/ 1412739 h 2847095"/>
                <a:gd name="connsiteX3" fmla="*/ 3094172 w 3255025"/>
                <a:gd name="connsiteY3" fmla="*/ 2529750 h 2847095"/>
                <a:gd name="connsiteX4" fmla="*/ 1977162 w 3255025"/>
                <a:gd name="connsiteY4" fmla="*/ 2686244 h 2847095"/>
                <a:gd name="connsiteX5" fmla="*/ 317347 w 3255025"/>
                <a:gd name="connsiteY5" fmla="*/ 1434357 h 2847095"/>
                <a:gd name="connsiteX6" fmla="*/ 160856 w 3255025"/>
                <a:gd name="connsiteY6" fmla="*/ 317346 h 2847095"/>
                <a:gd name="connsiteX7" fmla="*/ 839829 w 3255025"/>
                <a:gd name="connsiteY7" fmla="*/ 1083 h 2847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5" h="2847095">
                  <a:moveTo>
                    <a:pt x="839829" y="1083"/>
                  </a:moveTo>
                  <a:cubicBezTo>
                    <a:pt x="993239" y="9075"/>
                    <a:pt x="1145987" y="61390"/>
                    <a:pt x="1277864" y="160851"/>
                  </a:cubicBezTo>
                  <a:lnTo>
                    <a:pt x="2937677" y="1412739"/>
                  </a:lnTo>
                  <a:cubicBezTo>
                    <a:pt x="3289346" y="1677979"/>
                    <a:pt x="3359413" y="2178080"/>
                    <a:pt x="3094172" y="2529750"/>
                  </a:cubicBezTo>
                  <a:cubicBezTo>
                    <a:pt x="2828932" y="2881415"/>
                    <a:pt x="2328829" y="2951482"/>
                    <a:pt x="1977162" y="2686244"/>
                  </a:cubicBezTo>
                  <a:lnTo>
                    <a:pt x="317347" y="1434357"/>
                  </a:lnTo>
                  <a:cubicBezTo>
                    <a:pt x="-34323" y="1169116"/>
                    <a:pt x="-104387" y="669016"/>
                    <a:pt x="160856" y="317346"/>
                  </a:cubicBezTo>
                  <a:cubicBezTo>
                    <a:pt x="326628" y="97554"/>
                    <a:pt x="584149" y="-12235"/>
                    <a:pt x="839829" y="1083"/>
                  </a:cubicBezTo>
                  <a:close/>
                </a:path>
              </a:pathLst>
            </a:custGeom>
            <a:blipFill dpi="0" rotWithShape="0">
              <a:blip r:embed="rId1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PA-圆角矩形 12"/>
            <p:cNvSpPr/>
            <p:nvPr>
              <p:custDataLst>
                <p:tags r:id="rId7"/>
              </p:custDataLst>
            </p:nvPr>
          </p:nvSpPr>
          <p:spPr>
            <a:xfrm>
              <a:off x="2505545" y="2528928"/>
              <a:ext cx="2989182" cy="2614572"/>
            </a:xfrm>
            <a:custGeom>
              <a:avLst/>
              <a:gdLst>
                <a:gd name="connsiteX0" fmla="*/ 839829 w 3255024"/>
                <a:gd name="connsiteY0" fmla="*/ 1083 h 2847098"/>
                <a:gd name="connsiteX1" fmla="*/ 1277864 w 3255024"/>
                <a:gd name="connsiteY1" fmla="*/ 160855 h 2847098"/>
                <a:gd name="connsiteX2" fmla="*/ 2937676 w 3255024"/>
                <a:gd name="connsiteY2" fmla="*/ 1412742 h 2847098"/>
                <a:gd name="connsiteX3" fmla="*/ 3094172 w 3255024"/>
                <a:gd name="connsiteY3" fmla="*/ 2529753 h 2847098"/>
                <a:gd name="connsiteX4" fmla="*/ 1977159 w 3255024"/>
                <a:gd name="connsiteY4" fmla="*/ 2686245 h 2847098"/>
                <a:gd name="connsiteX5" fmla="*/ 317346 w 3255024"/>
                <a:gd name="connsiteY5" fmla="*/ 1434359 h 2847098"/>
                <a:gd name="connsiteX6" fmla="*/ 160853 w 3255024"/>
                <a:gd name="connsiteY6" fmla="*/ 317351 h 2847098"/>
                <a:gd name="connsiteX7" fmla="*/ 839829 w 3255024"/>
                <a:gd name="connsiteY7" fmla="*/ 1083 h 284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5024" h="2847098">
                  <a:moveTo>
                    <a:pt x="839829" y="1083"/>
                  </a:moveTo>
                  <a:cubicBezTo>
                    <a:pt x="993239" y="9079"/>
                    <a:pt x="1145990" y="61392"/>
                    <a:pt x="1277864" y="160855"/>
                  </a:cubicBezTo>
                  <a:lnTo>
                    <a:pt x="2937676" y="1412742"/>
                  </a:lnTo>
                  <a:cubicBezTo>
                    <a:pt x="3289346" y="1677981"/>
                    <a:pt x="3359412" y="2178085"/>
                    <a:pt x="3094172" y="2529753"/>
                  </a:cubicBezTo>
                  <a:cubicBezTo>
                    <a:pt x="2828930" y="2881422"/>
                    <a:pt x="2328827" y="2951484"/>
                    <a:pt x="1977159" y="2686245"/>
                  </a:cubicBezTo>
                  <a:lnTo>
                    <a:pt x="317346" y="1434359"/>
                  </a:lnTo>
                  <a:cubicBezTo>
                    <a:pt x="-34321" y="1169121"/>
                    <a:pt x="-104386" y="669018"/>
                    <a:pt x="160853" y="317351"/>
                  </a:cubicBezTo>
                  <a:cubicBezTo>
                    <a:pt x="326627" y="97557"/>
                    <a:pt x="584146" y="-12235"/>
                    <a:pt x="839829" y="1083"/>
                  </a:cubicBezTo>
                  <a:close/>
                </a:path>
              </a:pathLst>
            </a:custGeom>
            <a:blipFill dpi="0" rotWithShape="0">
              <a:blip r:embed="rId1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" name="流程图: 终止 11"/>
          <p:cNvSpPr/>
          <p:nvPr/>
        </p:nvSpPr>
        <p:spPr>
          <a:xfrm rot="2220000">
            <a:off x="-685165" y="2820988"/>
            <a:ext cx="2159000" cy="576263"/>
          </a:xfrm>
          <a:prstGeom prst="flowChartTerminator">
            <a:avLst/>
          </a:prstGeom>
          <a:solidFill>
            <a:srgbClr val="FFE0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4" name="流程图: 终止 13"/>
          <p:cNvSpPr/>
          <p:nvPr/>
        </p:nvSpPr>
        <p:spPr>
          <a:xfrm rot="2220000">
            <a:off x="2698750" y="114300"/>
            <a:ext cx="1983105" cy="415925"/>
          </a:xfrm>
          <a:prstGeom prst="flowChartTermina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5" name="流程图: 终止 14"/>
          <p:cNvSpPr/>
          <p:nvPr/>
        </p:nvSpPr>
        <p:spPr>
          <a:xfrm rot="2100000">
            <a:off x="5343525" y="4638675"/>
            <a:ext cx="2581275" cy="977900"/>
          </a:xfrm>
          <a:prstGeom prst="flowChartTerminator">
            <a:avLst/>
          </a:prstGeom>
          <a:solidFill>
            <a:srgbClr val="FFC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32772" name="文本框 12"/>
          <p:cNvSpPr txBox="1"/>
          <p:nvPr/>
        </p:nvSpPr>
        <p:spPr>
          <a:xfrm>
            <a:off x="4479925" y="1816100"/>
            <a:ext cx="4148138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/>
            <a:r>
              <a:rPr lang="zh-CN" altLang="en-US" sz="3600" b="1">
                <a:latin typeface="方正清刻本悦宋简体" panose="02000000000000000000" charset="-122"/>
                <a:ea typeface="方正清刻本悦宋简体" panose="02000000000000000000" charset="-122"/>
              </a:rPr>
              <a:t>谢谢聆听 感谢欣赏</a:t>
            </a:r>
          </a:p>
        </p:txBody>
      </p:sp>
      <p:sp>
        <p:nvSpPr>
          <p:cNvPr id="32774" name="文本框 40"/>
          <p:cNvSpPr txBox="1"/>
          <p:nvPr/>
        </p:nvSpPr>
        <p:spPr>
          <a:xfrm>
            <a:off x="4548188" y="2636838"/>
            <a:ext cx="407987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1400" spc="50">
                <a:ln w="3175">
                  <a:noFill/>
                  <a:prstDash val="dash"/>
                </a:ln>
                <a:solidFill>
                  <a:srgbClr val="595959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微软雅黑" panose="020B0503020204020204" charset="-122"/>
                <a:sym typeface="+mn-ea"/>
              </a:rPr>
              <a:t>单击此处输入你的正文，文字是您思想的提炼</a:t>
            </a:r>
            <a:endParaRPr lang="zh-CN" altLang="zh-CN" sz="1400" spc="50" dirty="0">
              <a:ln w="3175">
                <a:noFill/>
                <a:prstDash val="dash"/>
              </a:ln>
              <a:solidFill>
                <a:srgbClr val="595959"/>
              </a:solidFill>
              <a:latin typeface="方正清刻本悦宋简体" panose="02000000000000000000" charset="-122"/>
              <a:ea typeface="方正清刻本悦宋简体" panose="02000000000000000000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715125" y="2466975"/>
            <a:ext cx="1912938" cy="6350"/>
          </a:xfrm>
          <a:prstGeom prst="line">
            <a:avLst/>
          </a:prstGeom>
          <a:ln w="38100" cmpd="sng">
            <a:solidFill>
              <a:srgbClr val="F3C5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024-09-30 12:24:41.48400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-57785"/>
            <a:ext cx="1771650" cy="9004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iwiaGRpZCI6ImU4ZjYwMzFiZWYxZDJkMDg1MDEyZGMxNjgxYmJhZmE3IiwidXNlckNvdW50Ijoy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crop20194961_1*i*1"/>
  <p:tag name="KSO_WM_TEMPLATE_CATEGORY" val="crop"/>
  <p:tag name="KSO_WM_TEMPLATE_INDEX" val="20194961"/>
  <p:tag name="KSO_WM_UNIT_LAYERLEVEL" val="1"/>
  <p:tag name="KSO_WM_TAG_VERSION" val="1.0"/>
  <p:tag name="KSO_WM_BEAUTIFY_FLAG" val="#wm#"/>
  <p:tag name="KSO_WM_UNIT_CREATIVECROP_PICSHAPE_I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185*536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1"/>
  <p:tag name="KSO_WM_UNIT_ID" val="crop20194961_1*ζ_h_d*1_1_1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68"/>
  <p:tag name="KSO_WM_BLIP_RECT_RIGHT" val="-247"/>
  <p:tag name="KSO_WM_BLIP_RECT_TOP" val="0"/>
  <p:tag name="KSO_WM_BLIP_RECT_BOTTOM" val="-743"/>
  <p:tag name="KSO_WM_CREATIVE_CROP_ORG_LEFT" val="0.248798"/>
  <p:tag name="KSO_WM_CREATIVE_CROP_ORG_TOP" val="9.53674e-06"/>
  <p:tag name="KSO_WM_CREATIVE_CROP_ORG_WIDTH" val="719.452"/>
  <p:tag name="KSO_WM_CREATIVE_CROP_ORG_HEIGHT" val="405"/>
  <p:tag name="KSO_WM_CREATIVE_CROP_SHAPE_LEFT" val="234.903"/>
  <p:tag name="KSO_WM_CREATIVE_CROP_SHAPE_TOP" val="0"/>
  <p:tag name="KSO_WM_CREATIVE_CROP_SHAPE_WIDTH" val="139.638"/>
  <p:tag name="KSO_WM_CREATIVE_CROP_SHAPE_HEIGHT" val="48.079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81*944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2"/>
  <p:tag name="KSO_WM_UNIT_ID" val="crop20194961_1*ζ_h_d*1_1_2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52"/>
  <p:tag name="KSO_WM_BLIP_RECT_RIGHT" val="-140"/>
  <p:tag name="KSO_WM_BLIP_RECT_TOP" val="0"/>
  <p:tag name="KSO_WM_BLIP_RECT_BOTTOM" val="-99"/>
  <p:tag name="KSO_WM_CREATIVE_CROP_ORG_LEFT" val="0.249809"/>
  <p:tag name="KSO_WM_CREATIVE_CROP_ORG_TOP" val="-8.99471e-06"/>
  <p:tag name="KSO_WM_CREATIVE_CROP_ORG_WIDTH" val="719.45"/>
  <p:tag name="KSO_WM_CREATIVE_CROP_ORG_HEIGHT" val="405"/>
  <p:tag name="KSO_WM_CREATIVE_CROP_SHAPE_LEFT" val="128.515"/>
  <p:tag name="KSO_WM_CREATIVE_CROP_SHAPE_TOP" val="0.0176378"/>
  <p:tag name="KSO_WM_CREATIVE_CROP_SHAPE_WIDTH" val="246.006"/>
  <p:tag name="KSO_WM_CREATIVE_CROP_SHAPE_HEIGHT" val="203.43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572*318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3"/>
  <p:tag name="KSO_WM_UNIT_ID" val="crop20194961_1*ζ_h_d*1_1_3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57"/>
  <p:tag name="KSO_WM_BLIP_RECT_RIGHT" val="-611"/>
  <p:tag name="KSO_WM_BLIP_RECT_TOP" val="-60"/>
  <p:tag name="KSO_WM_BLIP_RECT_BOTTOM" val="-112"/>
  <p:tag name="KSO_WM_CREATIVE_CROP_ORG_LEFT" val="0.250141"/>
  <p:tag name="KSO_WM_CREATIVE_CROP_ORG_TOP" val="-0.000171661"/>
  <p:tag name="KSO_WM_CREATIVE_CROP_ORG_WIDTH" val="719.45"/>
  <p:tag name="KSO_WM_CREATIVE_CROP_ORG_HEIGHT" val="405.001"/>
  <p:tag name="KSO_WM_CREATIVE_CROP_SHAPE_LEFT" val="130.358"/>
  <p:tag name="KSO_WM_CREATIVE_CROP_SHAPE_TOP" val="89.2414"/>
  <p:tag name="KSO_WM_CREATIVE_CROP_SHAPE_WIDTH" val="82.9266"/>
  <p:tag name="KSO_WM_CREATIVE_CROP_SHAPE_HEIGHT" val="148.9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4"/>
  <p:tag name="KSO_WM_UNIT_ID" val="crop20194961_1*ζ_h_d*1_1_4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51"/>
  <p:tag name="KSO_WM_BLIP_RECT_RIGHT" val="-54"/>
  <p:tag name="KSO_WM_BLIP_RECT_TOP" val="-5"/>
  <p:tag name="KSO_WM_BLIP_RECT_BOTTOM" val="-92"/>
  <p:tag name="KSO_WM_CREATIVE_CROP_ORG_LEFT" val="0.250633"/>
  <p:tag name="KSO_WM_CREATIVE_CROP_ORG_TOP" val="9.53674e-07"/>
  <p:tag name="KSO_WM_CREATIVE_CROP_ORG_WIDTH" val="719.449"/>
  <p:tag name="KSO_WM_CREATIVE_CROP_ORG_HEIGHT" val="404.999"/>
  <p:tag name="KSO_WM_CREATIVE_CROP_SHAPE_LEFT" val="356.066"/>
  <p:tag name="KSO_WM_CREATIVE_CROP_SHAPE_TOP" val="9.95339"/>
  <p:tag name="KSO_WM_CREATIVE_CROP_SHAPE_WIDTH" val="235.369"/>
  <p:tag name="KSO_WM_CREATIVE_CROP_SHAPE_HEIGHT" val="205.8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5"/>
  <p:tag name="KSO_WM_UNIT_ID" val="crop20194961_1*ζ_h_d*1_1_5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49"/>
  <p:tag name="KSO_WM_BLIP_RECT_RIGHT" val="-56"/>
  <p:tag name="KSO_WM_BLIP_RECT_TOP" val="-78"/>
  <p:tag name="KSO_WM_BLIP_RECT_BOTTOM" val="-18"/>
  <p:tag name="KSO_WM_CREATIVE_CROP_ORG_LEFT" val="0.250801"/>
  <p:tag name="KSO_WM_CREATIVE_CROP_ORG_TOP" val="0.000461578"/>
  <p:tag name="KSO_WM_CREATIVE_CROP_ORG_WIDTH" val="719.449"/>
  <p:tag name="KSO_WM_CREATIVE_CROP_ORG_HEIGHT" val="404.999"/>
  <p:tag name="KSO_WM_CREATIVE_CROP_SHAPE_LEFT" val="352.025"/>
  <p:tag name="KSO_WM_CREATIVE_CROP_SHAPE_TOP" val="161.202"/>
  <p:tag name="KSO_WM_CREATIVE_CROP_SHAPE_WIDTH" val="235.369"/>
  <p:tag name="KSO_WM_CREATIVE_CROP_SHAPE_HEIGHT" val="205.87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6"/>
  <p:tag name="KSO_WM_UNIT_ID" val="crop20194961_1*ζ_h_d*1_1_6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84"/>
  <p:tag name="KSO_WM_BLIP_RECT_RIGHT" val="-122"/>
  <p:tag name="KSO_WM_BLIP_RECT_TOP" val="-97"/>
  <p:tag name="KSO_WM_BLIP_RECT_BOTTOM" val="0"/>
  <p:tag name="KSO_WM_CREATIVE_CROP_ORG_LEFT" val="0.250294"/>
  <p:tag name="KSO_WM_CREATIVE_CROP_ORG_TOP" val="0.00037384"/>
  <p:tag name="KSO_WM_CREATIVE_CROP_ORG_WIDTH" val="719.449"/>
  <p:tag name="KSO_WM_CREATIVE_CROP_ORG_HEIGHT" val="405"/>
  <p:tag name="KSO_WM_CREATIVE_CROP_SHAPE_LEFT" val="197.287"/>
  <p:tag name="KSO_WM_CREATIVE_CROP_SHAPE_TOP" val="199.128"/>
  <p:tag name="KSO_WM_CREATIVE_CROP_SHAPE_WIDTH" val="235.369"/>
  <p:tag name="KSO_WM_CREATIVE_CROP_SHAPE_HEIGHT" val="205.87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6157443c-8763-4717-a837-8efbdde71cf3"/>
  <p:tag name="KSO_WM_UNIT_HIGHLIGHT" val="0"/>
  <p:tag name="KSO_WM_UNIT_COMPATIBLE" val="0"/>
  <p:tag name="KSO_WM_UNIT_DIAGRAM_ISNUMVISUAL" val="0"/>
  <p:tag name="KSO_WM_UNIT_DIAGRAM_ISREFERUNIT" val="0"/>
  <p:tag name="KSO_WM_UNIT_ID" val="crop20203663_1*ζ_h_d*1_1_1"/>
  <p:tag name="KSO_WM_TEMPLATE_CATEGORY" val="crop"/>
  <p:tag name="KSO_WM_TEMPLATE_INDEX" val="20203663"/>
  <p:tag name="KSO_WM_UNIT_LAYERLEVEL" val="1_1_1"/>
  <p:tag name="KSO_WM_TAG_VERSION" val="1.0"/>
  <p:tag name="KSO_WM_BEAUTIFY_FLAG" val="#wm#"/>
  <p:tag name="KSO_WM_UNIT_DIAGRAM_MODELTYPE" val="creativeCrop"/>
  <p:tag name="KSO_WM_UNIT_VALUE" val="1907*1568"/>
  <p:tag name="KSO_WM_DIAGRAM_GROUP_CODE" val="1686768612"/>
  <p:tag name="KSO_WM_UNIT_TYPE" val="ζ_h_d"/>
  <p:tag name="KSO_WM_UNIT_INDEX" val="1_1_1"/>
  <p:tag name="KSO_WM_UNIT_SUPPORT_UNIT_TYPE" val="[&quot;all&quot;]"/>
  <p:tag name="KSO_WM_BLIP_RECT_LEFT" val="0"/>
  <p:tag name="KSO_WM_BLIP_RECT_RIGHT" val="0"/>
  <p:tag name="KSO_WM_BLIP_RECT_TOP" val="-23"/>
  <p:tag name="KSO_WM_BLIP_RECT_BOTTOM" val="-23"/>
  <p:tag name="KSO_WM_CREATIVE_CROP_ORG_LEFT" val="246.05"/>
  <p:tag name="KSO_WM_CREATIVE_CROP_ORG_TOP" val="9.53677e-05"/>
  <p:tag name="KSO_WM_CREATIVE_CROP_ORG_WIDTH" val="227.9"/>
  <p:tag name="KSO_WM_CREATIVE_CROP_ORG_HEIGHT" val="404.999"/>
  <p:tag name="KSO_WM_CREATIVE_CROP_SHAPE_LEFT" val="246.05"/>
  <p:tag name="KSO_WM_CREATIVE_CROP_SHAPE_TOP" val="63.9122"/>
  <p:tag name="KSO_WM_CREATIVE_CROP_SHAPE_WIDTH" val="227.9"/>
  <p:tag name="KSO_WM_CREATIVE_CROP_SHAPE_HEIGHT" val="277.176"/>
  <p:tag name="KSO_WM_CREATIVE_CROP_ORG_DELTA_X" val="0"/>
  <p:tag name="KSO_WM_CREATIVE_CROP_ORG_DELTA_Y" val="0"/>
  <p:tag name="KSO_WM_UNIT_PARTIAL_ZOOM_RATIO" val="100"/>
  <p:tag name="KSO_WM_CREATIVE_CROP_VERSION" val="1"/>
  <p:tag name="KSO_WM_CREATIVE_CROP_WIDTH" val="444.737"/>
  <p:tag name="KSO_WM_CREATIVE_CROP_HEIGHT" val="540.896"/>
  <p:tag name="KSO_WM_UNIT_CREATIVECROP_PICSHAPE_ID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输入正文"/>
  <p:tag name="KSO_WM_UNIT_NOCLEAR" val="0"/>
  <p:tag name="KSO_WM_UNIT_SHOW_EDIT_AREA_INDICATION" val="1"/>
  <p:tag name="KSO_WM_UNIT_VALUE" val="6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63_1*f*1"/>
  <p:tag name="KSO_WM_TEMPLATE_CATEGORY" val="diagram"/>
  <p:tag name="KSO_WM_TEMPLATE_INDEX" val="20200463"/>
  <p:tag name="KSO_WM_UNIT_LAYERLEVEL" val="1"/>
  <p:tag name="KSO_WM_TAG_VERSION" val="1.0"/>
  <p:tag name="KSO_WM_BEAUTIFY_FLAG" val="#wm#"/>
  <p:tag name="KSO_WM_UNIT_DEFAULT_FONT" val="14;18;2"/>
  <p:tag name="KSO_WM_UNIT_BLOCK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creativeCrop"/>
  <p:tag name="KSO_WM_UNIT_VALUE" val="1904*2131"/>
  <p:tag name="KSO_WM_UNIT_HIGHLIGHT" val="0"/>
  <p:tag name="KSO_WM_UNIT_COMPATIBLE" val="0"/>
  <p:tag name="KSO_WM_UNIT_DIAGRAM_ISNUMVISUAL" val="0"/>
  <p:tag name="KSO_WM_UNIT_DIAGRAM_ISREFERUNIT" val="0"/>
  <p:tag name="KSO_WM_DIAGRAM_GROUP_CODE" val="1686768784"/>
  <p:tag name="KSO_WM_UNIT_TYPE" val="ζ_h_d"/>
  <p:tag name="KSO_WM_UNIT_INDEX" val="1_1_1"/>
  <p:tag name="KSO_WM_UNIT_ID" val="crop20203653_1*ζ_h_d*1_1_1"/>
  <p:tag name="KSO_WM_TEMPLATE_CATEGORY" val="crop"/>
  <p:tag name="KSO_WM_TEMPLATE_INDEX" val="20203653"/>
  <p:tag name="KSO_WM_UNIT_SUPPORT_UNIT_TYPE" val="[&quot;all&quot;]"/>
  <p:tag name="KSO_WM_UNIT_LAYERLEVEL" val="1_1_1"/>
  <p:tag name="KSO_WM_TAG_VERSION" val="1.0"/>
  <p:tag name="KSO_WM_BEAUTIFY_FLAG" val="#wm#"/>
  <p:tag name="KSO_WM_UNIT_CREATIVECROP_PICSHAPE_ID" val="2"/>
  <p:tag name="KSO_WM_BLIP_RECT_LEFT" val="-29"/>
  <p:tag name="KSO_WM_BLIP_RECT_RIGHT" val="-29"/>
  <p:tag name="KSO_WM_BLIP_RECT_TOP" val="0"/>
  <p:tag name="KSO_WM_BLIP_RECT_BOTTOM" val="0"/>
  <p:tag name="KSO_WM_CREATIVE_CROP_ORG_LEFT" val="0.249725"/>
  <p:tag name="KSO_WM_CREATIVE_CROP_ORG_TOP" val="0"/>
  <p:tag name="KSO_WM_CREATIVE_CROP_ORG_WIDTH" val="719.45"/>
  <p:tag name="KSO_WM_CREATIVE_CROP_ORG_HEIGHT" val="405"/>
  <p:tag name="KSO_WM_CREATIVE_CROP_SHAPE_LEFT" val="133.261"/>
  <p:tag name="KSO_WM_CREATIVE_CROP_SHAPE_TOP" val="0"/>
  <p:tag name="KSO_WM_CREATIVE_CROP_SHAPE_WIDTH" val="453.429"/>
  <p:tag name="KSO_WM_CREATIVE_CROP_SHAPE_HEIGHT" val="40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0319_1"/>
  <p:tag name="KSO_WM_TEMPLATE_SUBCATEGORY" val="11"/>
  <p:tag name="KSO_WM_SLIDE_TYPE" val="text"/>
  <p:tag name="KSO_WM_SLIDE_SUBTYPE" val="picTxt"/>
  <p:tag name="KSO_WM_SLIDE_ITEM_CNT" val="0"/>
  <p:tag name="KSO_WM_SLIDE_INDEX" val="1"/>
  <p:tag name="KSO_WM_SLIDE_SIZE" val="865*364"/>
  <p:tag name="KSO_WM_SLIDE_POSITION" val="47*47"/>
  <p:tag name="KSO_WM_TAG_VERSION" val="1.0"/>
  <p:tag name="KSO_WM_BEAUTIFY_FLAG" val="#wm#"/>
  <p:tag name="KSO_WM_TEMPLATE_CATEGORY" val="diagram"/>
  <p:tag name="KSO_WM_TEMPLATE_INDEX" val="20200319"/>
  <p:tag name="KSO_WM_SLIDE_LAYOUT" val="a_d_f"/>
  <p:tag name="KSO_WM_SLIDE_LAYOUT_CNT" val="1_3_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6.8},&quot;minSize&quot;:{&quot;size1&quot;:26.8},&quot;maxSize&quot;:{&quot;size1&quot;:26.8},&quot;edge&quot;:{&quot;left&quot;:true,&quot;top&quot;:true,&quot;right&quot;:true,&quot;bottom&quot;:true},&quot;backgroundInfo&quot;:[{&quot;type&quot;:&quot;general&quot;,&quot;left&quot;:0.0,&quot;top&quot;:0.0,&quot;right&quot;:0.0,&quot;bottom&quot;:0.0}],&quot;subLayout&quot;:[{&quot;direction&quot;:0,&quot;horizontalAlign&quot;:-1,&quot;verticalAlign&quot;:-1,&quot;type&quot;:0,&quot;diagramDirection&quot;:0,&quot;canSetOverLayout&quot;:0,&quot;isOverLayout&quot;:0,&quot;margin&quot;:{&quot;left&quot;:1.681,&quot;top&quot;:1.676,&quot;right&quot;:1.695,&quot;bottom&quot;:1.698},&quot;edge&quot;:{&quot;left&quot;:true,&quot;top&quot;:true,&quot;right&quot;:true,&quot;bottom&quot;:false}},{&quot;direction&quot;:0,&quot;horizontalAlign&quot;:-1,&quot;verticalAlign&quot;:-1,&quot;type&quot;:0,&quot;diagramDirection&quot;:0,&quot;canSetOverLayout&quot;:0,&quot;isOverLayout&quot;:0,&quot;normalSize&quot;:{&quot;size1&quot;:51.0},&quot;minSize&quot;:{&quot;size1&quot;:45.0},&quot;maxSize&quot;:{&quot;size1&quot;:70.8},&quot;edge&quot;:{&quot;left&quot;:true,&quot;top&quot;:false,&quot;right&quot;:true,&quot;bottom&quot;:true},&quot;subLayout&quot;:[{&quot;direction&quot;:0,&quot;horizontalAlign&quot;:0,&quot;verticalAlign&quot;:0,&quot;type&quot;:1,&quot;diagramDirection&quot;:0,&quot;canSetOverLayout&quot;:1,&quot;isOverLayout&quot;:0,&quot;margin&quot;:{&quot;left&quot;:1.703,&quot;top&quot;:0.026,&quot;right&quot;:1.673,&quot;bottom&quot;:0.88},&quot;marginOverLayout&quot;:{&quot;left&quot;:0.0,&quot;top&quot;:0.026,&quot;right&quot;:0.0,&quot;bottom&quot;:0.88},&quot;edge&quot;:{&quot;left&quot;:true,&quot;top&quot;:false,&quot;right&quot;:true,&quot;bottom&quot;:false}},{&quot;direction&quot;:0,&quot;horizontalAlign&quot;:0,&quot;verticalAlign&quot;:0,&quot;type&quot;:0,&quot;diagramDirection&quot;:0,&quot;canSetOverLayout&quot;:0,&quot;isOverLayout&quot;:0,&quot;margin&quot;:{&quot;left&quot;:1.681,&quot;top&quot;:0.026,&quot;right&quot;:1.695,&quot;bottom&quot;:2.887},&quot;edge&quot;:{&quot;left&quot;:true,&quot;top&quot;:false,&quot;right&quot;:true,&quot;bottom&quot;:true}}]}]}"/>
  <p:tag name="KSO_WM_SLIDE_CAN_ADD_NAVIGATION" val="1"/>
  <p:tag name="KSO_WM_SLIDE_BACKGROUND" val="[&quot;general&quot;]"/>
  <p:tag name="KSO_WM_SLIDE_RATIO" val="1.777778"/>
  <p:tag name="KSO_WM_TEMPLATE_MASTER_TYPE" val="0"/>
  <p:tag name="KSO_WM_TEMPLATE_COLOR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输入大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19_1*a*1"/>
  <p:tag name="KSO_WM_TEMPLATE_CATEGORY" val="diagram"/>
  <p:tag name="KSO_WM_TEMPLATE_INDEX" val="20200319"/>
  <p:tag name="KSO_WM_UNIT_LAYERLEVEL" val="1"/>
  <p:tag name="KSO_WM_TAG_VERSION" val="1.0"/>
  <p:tag name="KSO_WM_BEAUTIFY_FLAG" val="#wm#"/>
  <p:tag name="KSO_WM_UNIT_DEFAULT_FONT" val="24;44;4"/>
  <p:tag name="KSO_WM_UNIT_BLOCK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0319_1"/>
  <p:tag name="KSO_WM_TEMPLATE_SUBCATEGORY" val="11"/>
  <p:tag name="KSO_WM_SLIDE_TYPE" val="text"/>
  <p:tag name="KSO_WM_SLIDE_SUBTYPE" val="picTxt"/>
  <p:tag name="KSO_WM_SLIDE_ITEM_CNT" val="0"/>
  <p:tag name="KSO_WM_SLIDE_INDEX" val="1"/>
  <p:tag name="KSO_WM_SLIDE_SIZE" val="865*364"/>
  <p:tag name="KSO_WM_SLIDE_POSITION" val="47*47"/>
  <p:tag name="KSO_WM_TAG_VERSION" val="1.0"/>
  <p:tag name="KSO_WM_BEAUTIFY_FLAG" val="#wm#"/>
  <p:tag name="KSO_WM_TEMPLATE_CATEGORY" val="diagram"/>
  <p:tag name="KSO_WM_TEMPLATE_INDEX" val="20200319"/>
  <p:tag name="KSO_WM_SLIDE_LAYOUT" val="a_d_f"/>
  <p:tag name="KSO_WM_SLIDE_LAYOUT_CNT" val="1_3_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6.8},&quot;minSize&quot;:{&quot;size1&quot;:26.8},&quot;maxSize&quot;:{&quot;size1&quot;:26.8},&quot;edge&quot;:{&quot;left&quot;:true,&quot;top&quot;:true,&quot;right&quot;:true,&quot;bottom&quot;:true},&quot;backgroundInfo&quot;:[{&quot;type&quot;:&quot;general&quot;,&quot;left&quot;:0.0,&quot;top&quot;:0.0,&quot;right&quot;:0.0,&quot;bottom&quot;:0.0}],&quot;subLayout&quot;:[{&quot;direction&quot;:0,&quot;horizontalAlign&quot;:-1,&quot;verticalAlign&quot;:-1,&quot;type&quot;:0,&quot;diagramDirection&quot;:0,&quot;canSetOverLayout&quot;:0,&quot;isOverLayout&quot;:0,&quot;margin&quot;:{&quot;left&quot;:1.681,&quot;top&quot;:1.676,&quot;right&quot;:1.695,&quot;bottom&quot;:1.698},&quot;edge&quot;:{&quot;left&quot;:true,&quot;top&quot;:true,&quot;right&quot;:true,&quot;bottom&quot;:false}},{&quot;direction&quot;:0,&quot;horizontalAlign&quot;:-1,&quot;verticalAlign&quot;:-1,&quot;type&quot;:0,&quot;diagramDirection&quot;:0,&quot;canSetOverLayout&quot;:0,&quot;isOverLayout&quot;:0,&quot;normalSize&quot;:{&quot;size1&quot;:51.0},&quot;minSize&quot;:{&quot;size1&quot;:45.0},&quot;maxSize&quot;:{&quot;size1&quot;:70.8},&quot;edge&quot;:{&quot;left&quot;:true,&quot;top&quot;:false,&quot;right&quot;:true,&quot;bottom&quot;:true},&quot;subLayout&quot;:[{&quot;direction&quot;:0,&quot;horizontalAlign&quot;:0,&quot;verticalAlign&quot;:0,&quot;type&quot;:1,&quot;diagramDirection&quot;:0,&quot;canSetOverLayout&quot;:1,&quot;isOverLayout&quot;:0,&quot;margin&quot;:{&quot;left&quot;:1.703,&quot;top&quot;:0.026,&quot;right&quot;:1.673,&quot;bottom&quot;:0.88},&quot;marginOverLayout&quot;:{&quot;left&quot;:0.0,&quot;top&quot;:0.026,&quot;right&quot;:0.0,&quot;bottom&quot;:0.88},&quot;edge&quot;:{&quot;left&quot;:true,&quot;top&quot;:false,&quot;right&quot;:true,&quot;bottom&quot;:false}},{&quot;direction&quot;:0,&quot;horizontalAlign&quot;:0,&quot;verticalAlign&quot;:0,&quot;type&quot;:0,&quot;diagramDirection&quot;:0,&quot;canSetOverLayout&quot;:0,&quot;isOverLayout&quot;:0,&quot;margin&quot;:{&quot;left&quot;:1.681,&quot;top&quot;:0.026,&quot;right&quot;:1.695,&quot;bottom&quot;:2.887},&quot;edge&quot;:{&quot;left&quot;:true,&quot;top&quot;:false,&quot;right&quot;:true,&quot;bottom&quot;:true}}]}]}"/>
  <p:tag name="KSO_WM_SLIDE_CAN_ADD_NAVIGATION" val="1"/>
  <p:tag name="KSO_WM_SLIDE_BACKGROUND" val="[&quot;general&quot;]"/>
  <p:tag name="KSO_WM_SLIDE_RATIO" val="1.777778"/>
  <p:tag name="KSO_WM_TEMPLATE_MASTER_TYPE" val="0"/>
  <p:tag name="KSO_WM_TEMPLATE_COLOR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输入大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19_1*a*1"/>
  <p:tag name="KSO_WM_TEMPLATE_CATEGORY" val="diagram"/>
  <p:tag name="KSO_WM_TEMPLATE_INDEX" val="20200319"/>
  <p:tag name="KSO_WM_UNIT_LAYERLEVEL" val="1"/>
  <p:tag name="KSO_WM_TAG_VERSION" val="1.0"/>
  <p:tag name="KSO_WM_BEAUTIFY_FLAG" val="#wm#"/>
  <p:tag name="KSO_WM_UNIT_DEFAULT_FONT" val="24;44;4"/>
  <p:tag name="KSO_WM_UNIT_BLOCK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0319_1"/>
  <p:tag name="KSO_WM_TEMPLATE_SUBCATEGORY" val="11"/>
  <p:tag name="KSO_WM_SLIDE_TYPE" val="text"/>
  <p:tag name="KSO_WM_SLIDE_SUBTYPE" val="picTxt"/>
  <p:tag name="KSO_WM_SLIDE_ITEM_CNT" val="0"/>
  <p:tag name="KSO_WM_SLIDE_INDEX" val="1"/>
  <p:tag name="KSO_WM_SLIDE_SIZE" val="865*364"/>
  <p:tag name="KSO_WM_SLIDE_POSITION" val="47*47"/>
  <p:tag name="KSO_WM_TAG_VERSION" val="1.0"/>
  <p:tag name="KSO_WM_BEAUTIFY_FLAG" val="#wm#"/>
  <p:tag name="KSO_WM_TEMPLATE_CATEGORY" val="diagram"/>
  <p:tag name="KSO_WM_TEMPLATE_INDEX" val="20200319"/>
  <p:tag name="KSO_WM_SLIDE_LAYOUT" val="a_d_f"/>
  <p:tag name="KSO_WM_SLIDE_LAYOUT_CNT" val="1_3_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6.8},&quot;minSize&quot;:{&quot;size1&quot;:26.8},&quot;maxSize&quot;:{&quot;size1&quot;:26.8},&quot;edge&quot;:{&quot;left&quot;:true,&quot;top&quot;:true,&quot;right&quot;:true,&quot;bottom&quot;:true},&quot;backgroundInfo&quot;:[{&quot;type&quot;:&quot;general&quot;,&quot;left&quot;:0.0,&quot;top&quot;:0.0,&quot;right&quot;:0.0,&quot;bottom&quot;:0.0}],&quot;subLayout&quot;:[{&quot;direction&quot;:0,&quot;horizontalAlign&quot;:-1,&quot;verticalAlign&quot;:-1,&quot;type&quot;:0,&quot;diagramDirection&quot;:0,&quot;canSetOverLayout&quot;:0,&quot;isOverLayout&quot;:0,&quot;margin&quot;:{&quot;left&quot;:1.681,&quot;top&quot;:1.676,&quot;right&quot;:1.695,&quot;bottom&quot;:1.698},&quot;edge&quot;:{&quot;left&quot;:true,&quot;top&quot;:true,&quot;right&quot;:true,&quot;bottom&quot;:false}},{&quot;direction&quot;:0,&quot;horizontalAlign&quot;:-1,&quot;verticalAlign&quot;:-1,&quot;type&quot;:0,&quot;diagramDirection&quot;:0,&quot;canSetOverLayout&quot;:0,&quot;isOverLayout&quot;:0,&quot;normalSize&quot;:{&quot;size1&quot;:51.0},&quot;minSize&quot;:{&quot;size1&quot;:45.0},&quot;maxSize&quot;:{&quot;size1&quot;:70.8},&quot;edge&quot;:{&quot;left&quot;:true,&quot;top&quot;:false,&quot;right&quot;:true,&quot;bottom&quot;:true},&quot;subLayout&quot;:[{&quot;direction&quot;:0,&quot;horizontalAlign&quot;:0,&quot;verticalAlign&quot;:0,&quot;type&quot;:1,&quot;diagramDirection&quot;:0,&quot;canSetOverLayout&quot;:1,&quot;isOverLayout&quot;:0,&quot;margin&quot;:{&quot;left&quot;:1.703,&quot;top&quot;:0.026,&quot;right&quot;:1.673,&quot;bottom&quot;:0.88},&quot;marginOverLayout&quot;:{&quot;left&quot;:0.0,&quot;top&quot;:0.026,&quot;right&quot;:0.0,&quot;bottom&quot;:0.88},&quot;edge&quot;:{&quot;left&quot;:true,&quot;top&quot;:false,&quot;right&quot;:true,&quot;bottom&quot;:false}},{&quot;direction&quot;:0,&quot;horizontalAlign&quot;:0,&quot;verticalAlign&quot;:0,&quot;type&quot;:0,&quot;diagramDirection&quot;:0,&quot;canSetOverLayout&quot;:0,&quot;isOverLayout&quot;:0,&quot;margin&quot;:{&quot;left&quot;:1.681,&quot;top&quot;:0.026,&quot;right&quot;:1.695,&quot;bottom&quot;:2.887},&quot;edge&quot;:{&quot;left&quot;:true,&quot;top&quot;:false,&quot;right&quot;:true,&quot;bottom&quot;:true}}]}]}"/>
  <p:tag name="KSO_WM_SLIDE_CAN_ADD_NAVIGATION" val="1"/>
  <p:tag name="KSO_WM_SLIDE_BACKGROUND" val="[&quot;general&quot;]"/>
  <p:tag name="KSO_WM_SLIDE_RATIO" val="1.777778"/>
  <p:tag name="KSO_WM_TEMPLATE_MASTER_TYPE" val="0"/>
  <p:tag name="KSO_WM_TEMPLATE_COLOR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输入大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19_1*a*1"/>
  <p:tag name="KSO_WM_TEMPLATE_CATEGORY" val="diagram"/>
  <p:tag name="KSO_WM_TEMPLATE_INDEX" val="20200319"/>
  <p:tag name="KSO_WM_UNIT_LAYERLEVEL" val="1"/>
  <p:tag name="KSO_WM_TAG_VERSION" val="1.0"/>
  <p:tag name="KSO_WM_BEAUTIFY_FLAG" val="#wm#"/>
  <p:tag name="KSO_WM_UNIT_DEFAULT_FONT" val="24;44;4"/>
  <p:tag name="KSO_WM_UNIT_BLOCK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0319_1"/>
  <p:tag name="KSO_WM_TEMPLATE_SUBCATEGORY" val="11"/>
  <p:tag name="KSO_WM_SLIDE_TYPE" val="text"/>
  <p:tag name="KSO_WM_SLIDE_SUBTYPE" val="picTxt"/>
  <p:tag name="KSO_WM_SLIDE_ITEM_CNT" val="0"/>
  <p:tag name="KSO_WM_SLIDE_INDEX" val="1"/>
  <p:tag name="KSO_WM_SLIDE_SIZE" val="865*364"/>
  <p:tag name="KSO_WM_SLIDE_POSITION" val="47*47"/>
  <p:tag name="KSO_WM_TAG_VERSION" val="1.0"/>
  <p:tag name="KSO_WM_BEAUTIFY_FLAG" val="#wm#"/>
  <p:tag name="KSO_WM_TEMPLATE_CATEGORY" val="diagram"/>
  <p:tag name="KSO_WM_TEMPLATE_INDEX" val="20200319"/>
  <p:tag name="KSO_WM_SLIDE_LAYOUT" val="a_d_f"/>
  <p:tag name="KSO_WM_SLIDE_LAYOUT_CNT" val="1_3_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6.8},&quot;minSize&quot;:{&quot;size1&quot;:26.8},&quot;maxSize&quot;:{&quot;size1&quot;:26.8},&quot;edge&quot;:{&quot;left&quot;:true,&quot;top&quot;:true,&quot;right&quot;:true,&quot;bottom&quot;:true},&quot;backgroundInfo&quot;:[{&quot;type&quot;:&quot;general&quot;,&quot;left&quot;:0.0,&quot;top&quot;:0.0,&quot;right&quot;:0.0,&quot;bottom&quot;:0.0}],&quot;subLayout&quot;:[{&quot;direction&quot;:0,&quot;horizontalAlign&quot;:-1,&quot;verticalAlign&quot;:-1,&quot;type&quot;:0,&quot;diagramDirection&quot;:0,&quot;canSetOverLayout&quot;:0,&quot;isOverLayout&quot;:0,&quot;margin&quot;:{&quot;left&quot;:1.681,&quot;top&quot;:1.676,&quot;right&quot;:1.695,&quot;bottom&quot;:1.698},&quot;edge&quot;:{&quot;left&quot;:true,&quot;top&quot;:true,&quot;right&quot;:true,&quot;bottom&quot;:false}},{&quot;direction&quot;:0,&quot;horizontalAlign&quot;:-1,&quot;verticalAlign&quot;:-1,&quot;type&quot;:0,&quot;diagramDirection&quot;:0,&quot;canSetOverLayout&quot;:0,&quot;isOverLayout&quot;:0,&quot;normalSize&quot;:{&quot;size1&quot;:51.0},&quot;minSize&quot;:{&quot;size1&quot;:45.0},&quot;maxSize&quot;:{&quot;size1&quot;:70.8},&quot;edge&quot;:{&quot;left&quot;:true,&quot;top&quot;:false,&quot;right&quot;:true,&quot;bottom&quot;:true},&quot;subLayout&quot;:[{&quot;direction&quot;:0,&quot;horizontalAlign&quot;:0,&quot;verticalAlign&quot;:0,&quot;type&quot;:1,&quot;diagramDirection&quot;:0,&quot;canSetOverLayout&quot;:1,&quot;isOverLayout&quot;:0,&quot;margin&quot;:{&quot;left&quot;:1.703,&quot;top&quot;:0.026,&quot;right&quot;:1.673,&quot;bottom&quot;:0.88},&quot;marginOverLayout&quot;:{&quot;left&quot;:0.0,&quot;top&quot;:0.026,&quot;right&quot;:0.0,&quot;bottom&quot;:0.88},&quot;edge&quot;:{&quot;left&quot;:true,&quot;top&quot;:false,&quot;right&quot;:true,&quot;bottom&quot;:false}},{&quot;direction&quot;:0,&quot;horizontalAlign&quot;:0,&quot;verticalAlign&quot;:0,&quot;type&quot;:0,&quot;diagramDirection&quot;:0,&quot;canSetOverLayout&quot;:0,&quot;isOverLayout&quot;:0,&quot;margin&quot;:{&quot;left&quot;:1.681,&quot;top&quot;:0.026,&quot;right&quot;:1.695,&quot;bottom&quot;:2.887},&quot;edge&quot;:{&quot;left&quot;:true,&quot;top&quot;:false,&quot;right&quot;:true,&quot;bottom&quot;:true}}]}]}"/>
  <p:tag name="KSO_WM_SLIDE_CAN_ADD_NAVIGATION" val="1"/>
  <p:tag name="KSO_WM_SLIDE_BACKGROUND" val="[&quot;general&quot;]"/>
  <p:tag name="KSO_WM_SLIDE_RATIO" val="1.777778"/>
  <p:tag name="KSO_WM_TEMPLATE_MASTER_TYPE" val="0"/>
  <p:tag name="KSO_WM_TEMPLATE_COLOR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输入大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19_1*a*1"/>
  <p:tag name="KSO_WM_TEMPLATE_CATEGORY" val="diagram"/>
  <p:tag name="KSO_WM_TEMPLATE_INDEX" val="20200319"/>
  <p:tag name="KSO_WM_UNIT_LAYERLEVEL" val="1"/>
  <p:tag name="KSO_WM_TAG_VERSION" val="1.0"/>
  <p:tag name="KSO_WM_BEAUTIFY_FLAG" val="#wm#"/>
  <p:tag name="KSO_WM_UNIT_DEFAULT_FONT" val="24;44;4"/>
  <p:tag name="KSO_WM_UNIT_BLOCK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crop20194961_1*i*1"/>
  <p:tag name="KSO_WM_TEMPLATE_CATEGORY" val="crop"/>
  <p:tag name="KSO_WM_TEMPLATE_INDEX" val="20194961"/>
  <p:tag name="KSO_WM_UNIT_LAYERLEVEL" val="1"/>
  <p:tag name="KSO_WM_TAG_VERSION" val="1.0"/>
  <p:tag name="KSO_WM_BEAUTIFY_FLAG" val="#wm#"/>
  <p:tag name="KSO_WM_UNIT_CREATIVECROP_PICSHAPE_ID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185*536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1"/>
  <p:tag name="KSO_WM_UNIT_ID" val="crop20194961_1*ζ_h_d*1_1_1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68"/>
  <p:tag name="KSO_WM_BLIP_RECT_RIGHT" val="-247"/>
  <p:tag name="KSO_WM_BLIP_RECT_TOP" val="0"/>
  <p:tag name="KSO_WM_BLIP_RECT_BOTTOM" val="-743"/>
  <p:tag name="KSO_WM_CREATIVE_CROP_ORG_LEFT" val="0.248798"/>
  <p:tag name="KSO_WM_CREATIVE_CROP_ORG_TOP" val="9.53674e-06"/>
  <p:tag name="KSO_WM_CREATIVE_CROP_ORG_WIDTH" val="719.452"/>
  <p:tag name="KSO_WM_CREATIVE_CROP_ORG_HEIGHT" val="405"/>
  <p:tag name="KSO_WM_CREATIVE_CROP_SHAPE_LEFT" val="234.903"/>
  <p:tag name="KSO_WM_CREATIVE_CROP_SHAPE_TOP" val="0"/>
  <p:tag name="KSO_WM_CREATIVE_CROP_SHAPE_WIDTH" val="139.638"/>
  <p:tag name="KSO_WM_CREATIVE_CROP_SHAPE_HEIGHT" val="48.079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81*944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2"/>
  <p:tag name="KSO_WM_UNIT_ID" val="crop20194961_1*ζ_h_d*1_1_2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52"/>
  <p:tag name="KSO_WM_BLIP_RECT_RIGHT" val="-140"/>
  <p:tag name="KSO_WM_BLIP_RECT_TOP" val="0"/>
  <p:tag name="KSO_WM_BLIP_RECT_BOTTOM" val="-99"/>
  <p:tag name="KSO_WM_CREATIVE_CROP_ORG_LEFT" val="0.249809"/>
  <p:tag name="KSO_WM_CREATIVE_CROP_ORG_TOP" val="-8.99471e-06"/>
  <p:tag name="KSO_WM_CREATIVE_CROP_ORG_WIDTH" val="719.45"/>
  <p:tag name="KSO_WM_CREATIVE_CROP_ORG_HEIGHT" val="405"/>
  <p:tag name="KSO_WM_CREATIVE_CROP_SHAPE_LEFT" val="128.515"/>
  <p:tag name="KSO_WM_CREATIVE_CROP_SHAPE_TOP" val="0.0176378"/>
  <p:tag name="KSO_WM_CREATIVE_CROP_SHAPE_WIDTH" val="246.006"/>
  <p:tag name="KSO_WM_CREATIVE_CROP_SHAPE_HEIGHT" val="203.43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572*318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3"/>
  <p:tag name="KSO_WM_UNIT_ID" val="crop20194961_1*ζ_h_d*1_1_3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57"/>
  <p:tag name="KSO_WM_BLIP_RECT_RIGHT" val="-611"/>
  <p:tag name="KSO_WM_BLIP_RECT_TOP" val="-60"/>
  <p:tag name="KSO_WM_BLIP_RECT_BOTTOM" val="-112"/>
  <p:tag name="KSO_WM_CREATIVE_CROP_ORG_LEFT" val="0.250141"/>
  <p:tag name="KSO_WM_CREATIVE_CROP_ORG_TOP" val="-0.000171661"/>
  <p:tag name="KSO_WM_CREATIVE_CROP_ORG_WIDTH" val="719.45"/>
  <p:tag name="KSO_WM_CREATIVE_CROP_ORG_HEIGHT" val="405.001"/>
  <p:tag name="KSO_WM_CREATIVE_CROP_SHAPE_LEFT" val="130.358"/>
  <p:tag name="KSO_WM_CREATIVE_CROP_SHAPE_TOP" val="89.2414"/>
  <p:tag name="KSO_WM_CREATIVE_CROP_SHAPE_WIDTH" val="82.9266"/>
  <p:tag name="KSO_WM_CREATIVE_CROP_SHAPE_HEIGHT" val="148.92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4"/>
  <p:tag name="KSO_WM_UNIT_ID" val="crop20194961_1*ζ_h_d*1_1_4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51"/>
  <p:tag name="KSO_WM_BLIP_RECT_RIGHT" val="-54"/>
  <p:tag name="KSO_WM_BLIP_RECT_TOP" val="-5"/>
  <p:tag name="KSO_WM_BLIP_RECT_BOTTOM" val="-92"/>
  <p:tag name="KSO_WM_CREATIVE_CROP_ORG_LEFT" val="0.250633"/>
  <p:tag name="KSO_WM_CREATIVE_CROP_ORG_TOP" val="9.53674e-07"/>
  <p:tag name="KSO_WM_CREATIVE_CROP_ORG_WIDTH" val="719.449"/>
  <p:tag name="KSO_WM_CREATIVE_CROP_ORG_HEIGHT" val="404.999"/>
  <p:tag name="KSO_WM_CREATIVE_CROP_SHAPE_LEFT" val="356.066"/>
  <p:tag name="KSO_WM_CREATIVE_CROP_SHAPE_TOP" val="9.95339"/>
  <p:tag name="KSO_WM_CREATIVE_CROP_SHAPE_WIDTH" val="235.369"/>
  <p:tag name="KSO_WM_CREATIVE_CROP_SHAPE_HEIGHT" val="205.87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5"/>
  <p:tag name="KSO_WM_UNIT_ID" val="crop20194961_1*ζ_h_d*1_1_5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149"/>
  <p:tag name="KSO_WM_BLIP_RECT_RIGHT" val="-56"/>
  <p:tag name="KSO_WM_BLIP_RECT_TOP" val="-78"/>
  <p:tag name="KSO_WM_BLIP_RECT_BOTTOM" val="-18"/>
  <p:tag name="KSO_WM_CREATIVE_CROP_ORG_LEFT" val="0.250801"/>
  <p:tag name="KSO_WM_CREATIVE_CROP_ORG_TOP" val="0.000461578"/>
  <p:tag name="KSO_WM_CREATIVE_CROP_ORG_WIDTH" val="719.449"/>
  <p:tag name="KSO_WM_CREATIVE_CROP_ORG_HEIGHT" val="404.999"/>
  <p:tag name="KSO_WM_CREATIVE_CROP_SHAPE_LEFT" val="352.025"/>
  <p:tag name="KSO_WM_CREATIVE_CROP_SHAPE_TOP" val="161.202"/>
  <p:tag name="KSO_WM_CREATIVE_CROP_SHAPE_WIDTH" val="235.369"/>
  <p:tag name="KSO_WM_CREATIVE_CROP_SHAPE_HEIGHT" val="205.87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c4b14d25-5049-4c3a-b86f-43bc317505f3"/>
  <p:tag name="KSO_WM_UNIT_DIAGRAM_MODELTYPE" val="creativeCrop"/>
  <p:tag name="KSO_WM_UNIT_VALUE" val="790*903"/>
  <p:tag name="KSO_WM_UNIT_HIGHLIGHT" val="0"/>
  <p:tag name="KSO_WM_UNIT_COMPATIBLE" val="0"/>
  <p:tag name="KSO_WM_UNIT_DIAGRAM_ISNUMVISUAL" val="0"/>
  <p:tag name="KSO_WM_UNIT_DIAGRAM_ISREFERUNIT" val="0"/>
  <p:tag name="KSO_WM_DIAGRAM_GROUP_CODE" val="1686768294"/>
  <p:tag name="KSO_WM_UNIT_TYPE" val="ζ_h_d"/>
  <p:tag name="KSO_WM_UNIT_INDEX" val="1_1_6"/>
  <p:tag name="KSO_WM_UNIT_ID" val="crop20194961_1*ζ_h_d*1_1_6"/>
  <p:tag name="KSO_WM_TEMPLATE_CATEGORY" val="crop"/>
  <p:tag name="KSO_WM_TEMPLATE_INDEX" val="20194961"/>
  <p:tag name="KSO_WM_UNIT_LAYERLEVEL" val="1_1_1"/>
  <p:tag name="KSO_WM_TAG_VERSION" val="1.0"/>
  <p:tag name="KSO_WM_BEAUTIFY_FLAG" val="#wm#"/>
  <p:tag name="KSO_WM_BLIP_RECT_LEFT" val="-84"/>
  <p:tag name="KSO_WM_BLIP_RECT_RIGHT" val="-122"/>
  <p:tag name="KSO_WM_BLIP_RECT_TOP" val="-97"/>
  <p:tag name="KSO_WM_BLIP_RECT_BOTTOM" val="0"/>
  <p:tag name="KSO_WM_CREATIVE_CROP_ORG_LEFT" val="0.250294"/>
  <p:tag name="KSO_WM_CREATIVE_CROP_ORG_TOP" val="0.00037384"/>
  <p:tag name="KSO_WM_CREATIVE_CROP_ORG_WIDTH" val="719.449"/>
  <p:tag name="KSO_WM_CREATIVE_CROP_ORG_HEIGHT" val="405"/>
  <p:tag name="KSO_WM_CREATIVE_CROP_SHAPE_LEFT" val="197.287"/>
  <p:tag name="KSO_WM_CREATIVE_CROP_SHAPE_TOP" val="199.128"/>
  <p:tag name="KSO_WM_CREATIVE_CROP_SHAPE_WIDTH" val="235.369"/>
  <p:tag name="KSO_WM_CREATIVE_CROP_SHAPE_HEIGHT" val="205.872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1193</Words>
  <Application>Microsoft Office PowerPoint</Application>
  <PresentationFormat>全屏显示(16:9)</PresentationFormat>
  <Paragraphs>167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方正粗黑宋简体</vt:lpstr>
      <vt:lpstr>Calibri</vt:lpstr>
      <vt:lpstr>方正清刻本悦宋简体</vt:lpstr>
      <vt:lpstr>Arial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温焕茹</dc:creator>
  <cp:lastModifiedBy>meng Yu</cp:lastModifiedBy>
  <cp:revision>22</cp:revision>
  <dcterms:created xsi:type="dcterms:W3CDTF">1900-01-01T00:00:00Z</dcterms:created>
  <dcterms:modified xsi:type="dcterms:W3CDTF">2026-05-17T06:47:45Z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KSOTemplateUUID">
    <vt:lpwstr>v1.0_mb_b1c/QKRXLb3NEhmx7Dzagw==</vt:lpwstr>
  </property>
  <property fmtid="{D5CDD505-2E9C-101B-9397-08002B2CF9AE}" pid="4" name="ICV">
    <vt:lpwstr>BAE80034E1D7BE5C78C0F366B95877BD_31</vt:lpwstr>
  </property>
</Properties>
</file>